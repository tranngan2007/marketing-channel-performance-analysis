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Ex1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3E93"/>
    <a:srgbClr val="051C2A"/>
    <a:srgbClr val="30A3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51" autoAdjust="0"/>
    <p:restoredTop sz="94660"/>
  </p:normalViewPr>
  <p:slideViewPr>
    <p:cSldViewPr snapToGrid="0">
      <p:cViewPr varScale="1">
        <p:scale>
          <a:sx n="61" d="100"/>
          <a:sy n="61" d="100"/>
        </p:scale>
        <p:origin x="13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%20Pc\Downloads\digital_campaign_Data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%20Pc\Downloads\digital_campaign_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%20Pc\Downloads\digital_campaign_Data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C:\Users\HP%20Pc\Downloads\digital_campaign_Dat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[digital_campaign_Data.xlsx]pivot!PivotTable16</c:name>
    <c:fmtId val="17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6324949693405677"/>
              <c:y val="1.47916801276993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6.5133807658013756E-2"/>
              <c:y val="-7.498986447013868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6324949693405677"/>
              <c:y val="1.47916801276993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6.5133807658013756E-2"/>
              <c:y val="-7.498986447013868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6324949693405677"/>
              <c:y val="1.47916801276993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6.5133807658013756E-2"/>
              <c:y val="-7.498986447013868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pivot!$B$15</c:f>
              <c:strCache>
                <c:ptCount val="1"/>
                <c:pt idx="0">
                  <c:v>Total</c:v>
                </c:pt>
              </c:strCache>
            </c:strRef>
          </c:tx>
          <c:spPr>
            <a:ln w="38100">
              <a:solidFill>
                <a:sysClr val="window" lastClr="FFFFFF"/>
              </a:solidFill>
            </a:ln>
          </c:spPr>
          <c:dPt>
            <c:idx val="0"/>
            <c:bubble3D val="0"/>
            <c:spPr>
              <a:solidFill>
                <a:srgbClr val="0E2841">
                  <a:lumMod val="25000"/>
                  <a:lumOff val="75000"/>
                </a:srgbClr>
              </a:solidFill>
              <a:ln w="38100">
                <a:solidFill>
                  <a:sysClr val="window" lastClr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0DF-4475-B890-B07653181167}"/>
              </c:ext>
            </c:extLst>
          </c:dPt>
          <c:dPt>
            <c:idx val="1"/>
            <c:bubble3D val="0"/>
            <c:spPr>
              <a:solidFill>
                <a:sysClr val="window" lastClr="FFFFFF">
                  <a:lumMod val="50000"/>
                </a:sysClr>
              </a:solidFill>
              <a:ln w="38100">
                <a:solidFill>
                  <a:sysClr val="window" lastClr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0DF-4475-B890-B07653181167}"/>
              </c:ext>
            </c:extLst>
          </c:dPt>
          <c:dPt>
            <c:idx val="2"/>
            <c:bubble3D val="0"/>
            <c:spPr>
              <a:solidFill>
                <a:srgbClr val="163E93"/>
              </a:solidFill>
              <a:ln w="38100">
                <a:solidFill>
                  <a:sysClr val="window" lastClr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0DF-4475-B890-B07653181167}"/>
              </c:ext>
            </c:extLst>
          </c:dPt>
          <c:dPt>
            <c:idx val="3"/>
            <c:bubble3D val="0"/>
            <c:spPr>
              <a:solidFill>
                <a:srgbClr val="30A3DA"/>
              </a:solidFill>
              <a:ln w="38100">
                <a:solidFill>
                  <a:sysClr val="window" lastClr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0DF-4475-B890-B0765318116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38100">
                <a:solidFill>
                  <a:sysClr val="window" lastClr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0DF-4475-B890-B07653181167}"/>
              </c:ext>
            </c:extLst>
          </c:dPt>
          <c:dLbls>
            <c:dLbl>
              <c:idx val="0"/>
              <c:layout>
                <c:manualLayout>
                  <c:x val="0.16324949693405677"/>
                  <c:y val="1.479168012769930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Segoe UI Semibold" panose="020B0702040204020203" pitchFamily="34" charset="0"/>
                      <a:ea typeface="+mn-ea"/>
                      <a:cs typeface="Segoe UI Semibold" panose="020B0702040204020203" pitchFamily="34" charset="0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0DF-4475-B890-B0765318116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0" i="0" u="none" strike="noStrike" kern="1200" baseline="0">
                      <a:solidFill>
                        <a:schemeClr val="bg1"/>
                      </a:solidFill>
                      <a:latin typeface="Segoe UI Semibold" panose="020B0702040204020203" pitchFamily="34" charset="0"/>
                      <a:ea typeface="+mn-ea"/>
                      <a:cs typeface="Segoe UI Semibold" panose="020B0702040204020203" pitchFamily="34" charset="0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0DF-4475-B890-B07653181167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0" i="0" u="none" strike="noStrike" kern="1200" baseline="0">
                      <a:solidFill>
                        <a:schemeClr val="bg1"/>
                      </a:solidFill>
                      <a:latin typeface="Segoe UI Semibold" panose="020B0702040204020203" pitchFamily="34" charset="0"/>
                      <a:ea typeface="+mn-ea"/>
                      <a:cs typeface="Segoe UI Semibold" panose="020B0702040204020203" pitchFamily="34" charset="0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0DF-4475-B890-B07653181167}"/>
                </c:ext>
              </c:extLst>
            </c:dLbl>
            <c:dLbl>
              <c:idx val="3"/>
              <c:layout>
                <c:manualLayout>
                  <c:x val="-6.5133807658013756E-2"/>
                  <c:y val="-7.498986447013868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Segoe UI Semibold" panose="020B0702040204020203" pitchFamily="34" charset="0"/>
                      <a:ea typeface="+mn-ea"/>
                      <a:cs typeface="Segoe UI Semibold" panose="020B0702040204020203" pitchFamily="34" charset="0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0DF-4475-B890-B07653181167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0" i="0" u="none" strike="noStrike" kern="1200" baseline="0">
                      <a:solidFill>
                        <a:schemeClr val="bg1"/>
                      </a:solidFill>
                      <a:latin typeface="Segoe UI Semibold" panose="020B0702040204020203" pitchFamily="34" charset="0"/>
                      <a:ea typeface="+mn-ea"/>
                      <a:cs typeface="Segoe UI Semibold" panose="020B0702040204020203" pitchFamily="34" charset="0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0DF-4475-B890-B0765318116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 Semibold" panose="020B0702040204020203" pitchFamily="34" charset="0"/>
                    <a:ea typeface="+mn-ea"/>
                    <a:cs typeface="Segoe UI Semibold" panose="020B0702040204020203" pitchFamily="34" charset="0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pivot!$A$16:$A$21</c:f>
              <c:strCache>
                <c:ptCount val="5"/>
                <c:pt idx="0">
                  <c:v>(Other)</c:v>
                </c:pt>
                <c:pt idx="1">
                  <c:v>Organic Search</c:v>
                </c:pt>
                <c:pt idx="2">
                  <c:v>Paid</c:v>
                </c:pt>
                <c:pt idx="3">
                  <c:v>Referral</c:v>
                </c:pt>
                <c:pt idx="4">
                  <c:v>Social</c:v>
                </c:pt>
              </c:strCache>
            </c:strRef>
          </c:cat>
          <c:val>
            <c:numRef>
              <c:f>pivot!$B$16:$B$21</c:f>
              <c:numCache>
                <c:formatCode>0.00%</c:formatCode>
                <c:ptCount val="5"/>
                <c:pt idx="0">
                  <c:v>2.7014438751746622E-2</c:v>
                </c:pt>
                <c:pt idx="1">
                  <c:v>0.27433628318584069</c:v>
                </c:pt>
                <c:pt idx="2">
                  <c:v>0.23684210526315788</c:v>
                </c:pt>
                <c:pt idx="3">
                  <c:v>0.23381462505822076</c:v>
                </c:pt>
                <c:pt idx="4">
                  <c:v>0.227992547741034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0DF-4475-B890-B07653181167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[digital_campaign_Data.xlsx]pivot!PivotTable1</c:name>
    <c:fmtId val="24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5488132639822724"/>
              <c:y val="3.87435750601201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7416935287927651E-3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7.8288151245453116E-2"/>
              <c:y val="2.5914076390021806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5488132639822713"/>
              <c:y val="1.106959287432002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6873497354912621E-2"/>
              <c:y val="-0.19516885728524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5488132639822713"/>
              <c:y val="1.106959287432002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6873497354912621E-2"/>
              <c:y val="-0.19516885728524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5488132639822724"/>
              <c:y val="3.87435750601201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7.8288151245453116E-2"/>
              <c:y val="2.5914076390021806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7416935287927651E-3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5488132639822713"/>
              <c:y val="1.106959287432002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6873497354912621E-2"/>
              <c:y val="-0.19516885728524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5488132639822724"/>
              <c:y val="3.87435750601201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7.8288151245453116E-2"/>
              <c:y val="2.5914076390021806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7416935287927651E-3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6762283837397129"/>
          <c:y val="0.21387291616332446"/>
          <c:w val="0.76291955848208803"/>
          <c:h val="0.7849947652412016"/>
        </c:manualLayout>
      </c:layout>
      <c:pieChart>
        <c:varyColors val="1"/>
        <c:ser>
          <c:idx val="0"/>
          <c:order val="0"/>
          <c:tx>
            <c:strRef>
              <c:f>pivot!$B$3</c:f>
              <c:strCache>
                <c:ptCount val="1"/>
                <c:pt idx="0">
                  <c:v>Total</c:v>
                </c:pt>
              </c:strCache>
            </c:strRef>
          </c:tx>
          <c:spPr>
            <a:ln w="34925">
              <a:solidFill>
                <a:sysClr val="window" lastClr="FFFFFF"/>
              </a:solidFill>
            </a:ln>
          </c:spPr>
          <c:explosion val="10"/>
          <c:dPt>
            <c:idx val="0"/>
            <c:bubble3D val="0"/>
            <c:spPr>
              <a:solidFill>
                <a:schemeClr val="accent1"/>
              </a:solidFill>
              <a:ln w="34925">
                <a:solidFill>
                  <a:sysClr val="window" lastClr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E81-4137-B47A-E0181F2F3C82}"/>
              </c:ext>
            </c:extLst>
          </c:dPt>
          <c:dPt>
            <c:idx val="1"/>
            <c:bubble3D val="0"/>
            <c:spPr>
              <a:solidFill>
                <a:sysClr val="window" lastClr="FFFFFF">
                  <a:lumMod val="50000"/>
                </a:sysClr>
              </a:solidFill>
              <a:ln w="34925">
                <a:solidFill>
                  <a:sysClr val="window" lastClr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E81-4137-B47A-E0181F2F3C82}"/>
              </c:ext>
            </c:extLst>
          </c:dPt>
          <c:dPt>
            <c:idx val="2"/>
            <c:bubble3D val="0"/>
            <c:spPr>
              <a:solidFill>
                <a:srgbClr val="163E93"/>
              </a:solidFill>
              <a:ln w="34925">
                <a:solidFill>
                  <a:sysClr val="window" lastClr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E81-4137-B47A-E0181F2F3C82}"/>
              </c:ext>
            </c:extLst>
          </c:dPt>
          <c:dPt>
            <c:idx val="3"/>
            <c:bubble3D val="0"/>
            <c:spPr>
              <a:solidFill>
                <a:srgbClr val="30A3DA"/>
              </a:solidFill>
              <a:ln w="34925">
                <a:solidFill>
                  <a:sysClr val="window" lastClr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E81-4137-B47A-E0181F2F3C8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34925">
                <a:solidFill>
                  <a:sysClr val="window" lastClr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E81-4137-B47A-E0181F2F3C82}"/>
              </c:ext>
            </c:extLst>
          </c:dPt>
          <c:dLbls>
            <c:dLbl>
              <c:idx val="0"/>
              <c:layout>
                <c:manualLayout>
                  <c:x val="0.15488132639822713"/>
                  <c:y val="1.1069592874320026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E81-4137-B47A-E0181F2F3C82}"/>
                </c:ext>
              </c:extLst>
            </c:dLbl>
            <c:dLbl>
              <c:idx val="1"/>
              <c:layout>
                <c:manualLayout>
                  <c:x val="-0.11162109263541582"/>
                  <c:y val="-8.518957922132612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en-US" sz="1200" b="0" i="0" u="none" strike="noStrike" kern="1200" baseline="0">
                      <a:solidFill>
                        <a:schemeClr val="bg1"/>
                      </a:solidFill>
                      <a:latin typeface="Segoe UI Semibold" panose="020B0702040204020203" pitchFamily="34" charset="0"/>
                      <a:ea typeface="+mn-ea"/>
                      <a:cs typeface="Segoe UI Semibold" panose="020B0702040204020203" pitchFamily="34" charset="0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E81-4137-B47A-E0181F2F3C82}"/>
                </c:ext>
              </c:extLst>
            </c:dLbl>
            <c:dLbl>
              <c:idx val="2"/>
              <c:layout>
                <c:manualLayout>
                  <c:x val="-0.15488132639822724"/>
                  <c:y val="3.874357506012012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E81-4137-B47A-E0181F2F3C82}"/>
                </c:ext>
              </c:extLst>
            </c:dLbl>
            <c:dLbl>
              <c:idx val="3"/>
              <c:layout>
                <c:manualLayout>
                  <c:x val="-7.8288151245453116E-2"/>
                  <c:y val="2.5914076390021806E-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E81-4137-B47A-E0181F2F3C82}"/>
                </c:ext>
              </c:extLst>
            </c:dLbl>
            <c:dLbl>
              <c:idx val="4"/>
              <c:layout>
                <c:manualLayout>
                  <c:x val="1.7416935287927651E-3"/>
                  <c:y val="0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E81-4137-B47A-E0181F2F3C8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200" b="0" i="0" u="none" strike="noStrike" kern="1200" baseline="0">
                    <a:solidFill>
                      <a:schemeClr val="tx1"/>
                    </a:solidFill>
                    <a:latin typeface="Segoe UI Semibold" panose="020B0702040204020203" pitchFamily="34" charset="0"/>
                    <a:ea typeface="+mn-ea"/>
                    <a:cs typeface="Segoe UI Semibold" panose="020B0702040204020203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pivot!$A$4:$A$9</c:f>
              <c:strCache>
                <c:ptCount val="5"/>
                <c:pt idx="0">
                  <c:v>(Other)</c:v>
                </c:pt>
                <c:pt idx="1">
                  <c:v>Organic Search</c:v>
                </c:pt>
                <c:pt idx="2">
                  <c:v>Paid</c:v>
                </c:pt>
                <c:pt idx="3">
                  <c:v>Referral</c:v>
                </c:pt>
                <c:pt idx="4">
                  <c:v>Social</c:v>
                </c:pt>
              </c:strCache>
            </c:strRef>
          </c:cat>
          <c:val>
            <c:numRef>
              <c:f>pivot!$B$4:$B$9</c:f>
              <c:numCache>
                <c:formatCode>0.00%</c:formatCode>
                <c:ptCount val="5"/>
                <c:pt idx="0">
                  <c:v>1.0372042003627072E-4</c:v>
                </c:pt>
                <c:pt idx="1">
                  <c:v>0.90918805769369793</c:v>
                </c:pt>
                <c:pt idx="2">
                  <c:v>4.9069187806250254E-2</c:v>
                </c:pt>
                <c:pt idx="3">
                  <c:v>2.1586419539669919E-2</c:v>
                </c:pt>
                <c:pt idx="4">
                  <c:v>2.0052614540345671E-2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E81-4137-B47A-E0181F2F3C8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 sz="9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paid!$K$1</c:f>
              <c:strCache>
                <c:ptCount val="1"/>
                <c:pt idx="0">
                  <c:v>Conversion Sum</c:v>
                </c:pt>
              </c:strCache>
            </c:strRef>
          </c:tx>
          <c:spPr>
            <a:ln w="50800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cat>
            <c:numRef>
              <c:f>paid!$B$2:$B$274</c:f>
              <c:numCache>
                <c:formatCode>m/d/yyyy</c:formatCode>
                <c:ptCount val="273"/>
                <c:pt idx="0">
                  <c:v>44562</c:v>
                </c:pt>
                <c:pt idx="1">
                  <c:v>44563</c:v>
                </c:pt>
                <c:pt idx="2">
                  <c:v>44564</c:v>
                </c:pt>
                <c:pt idx="3">
                  <c:v>44565</c:v>
                </c:pt>
                <c:pt idx="4">
                  <c:v>44566</c:v>
                </c:pt>
                <c:pt idx="5">
                  <c:v>44567</c:v>
                </c:pt>
                <c:pt idx="6">
                  <c:v>44568</c:v>
                </c:pt>
                <c:pt idx="7">
                  <c:v>44569</c:v>
                </c:pt>
                <c:pt idx="8">
                  <c:v>44570</c:v>
                </c:pt>
                <c:pt idx="9">
                  <c:v>44571</c:v>
                </c:pt>
                <c:pt idx="10">
                  <c:v>44572</c:v>
                </c:pt>
                <c:pt idx="11">
                  <c:v>44573</c:v>
                </c:pt>
                <c:pt idx="12">
                  <c:v>44574</c:v>
                </c:pt>
                <c:pt idx="13">
                  <c:v>44575</c:v>
                </c:pt>
                <c:pt idx="14">
                  <c:v>44576</c:v>
                </c:pt>
                <c:pt idx="15">
                  <c:v>44577</c:v>
                </c:pt>
                <c:pt idx="16">
                  <c:v>44578</c:v>
                </c:pt>
                <c:pt idx="17">
                  <c:v>44579</c:v>
                </c:pt>
                <c:pt idx="18">
                  <c:v>44580</c:v>
                </c:pt>
                <c:pt idx="19">
                  <c:v>44581</c:v>
                </c:pt>
                <c:pt idx="20">
                  <c:v>44582</c:v>
                </c:pt>
                <c:pt idx="21">
                  <c:v>44583</c:v>
                </c:pt>
                <c:pt idx="22">
                  <c:v>44584</c:v>
                </c:pt>
                <c:pt idx="23">
                  <c:v>44585</c:v>
                </c:pt>
                <c:pt idx="24">
                  <c:v>44586</c:v>
                </c:pt>
                <c:pt idx="25">
                  <c:v>44587</c:v>
                </c:pt>
                <c:pt idx="26">
                  <c:v>44588</c:v>
                </c:pt>
                <c:pt idx="27">
                  <c:v>44589</c:v>
                </c:pt>
                <c:pt idx="28">
                  <c:v>44590</c:v>
                </c:pt>
                <c:pt idx="29">
                  <c:v>44591</c:v>
                </c:pt>
                <c:pt idx="30">
                  <c:v>44592</c:v>
                </c:pt>
                <c:pt idx="31">
                  <c:v>44593</c:v>
                </c:pt>
                <c:pt idx="32">
                  <c:v>44594</c:v>
                </c:pt>
                <c:pt idx="33">
                  <c:v>44595</c:v>
                </c:pt>
                <c:pt idx="34">
                  <c:v>44596</c:v>
                </c:pt>
                <c:pt idx="35">
                  <c:v>44597</c:v>
                </c:pt>
                <c:pt idx="36">
                  <c:v>44598</c:v>
                </c:pt>
                <c:pt idx="37">
                  <c:v>44599</c:v>
                </c:pt>
                <c:pt idx="38">
                  <c:v>44600</c:v>
                </c:pt>
                <c:pt idx="39">
                  <c:v>44601</c:v>
                </c:pt>
                <c:pt idx="40">
                  <c:v>44602</c:v>
                </c:pt>
                <c:pt idx="41">
                  <c:v>44603</c:v>
                </c:pt>
                <c:pt idx="42">
                  <c:v>44604</c:v>
                </c:pt>
                <c:pt idx="43">
                  <c:v>44605</c:v>
                </c:pt>
                <c:pt idx="44">
                  <c:v>44606</c:v>
                </c:pt>
                <c:pt idx="45">
                  <c:v>44607</c:v>
                </c:pt>
                <c:pt idx="46">
                  <c:v>44608</c:v>
                </c:pt>
                <c:pt idx="47">
                  <c:v>44609</c:v>
                </c:pt>
                <c:pt idx="48">
                  <c:v>44610</c:v>
                </c:pt>
                <c:pt idx="49">
                  <c:v>44611</c:v>
                </c:pt>
                <c:pt idx="50">
                  <c:v>44612</c:v>
                </c:pt>
                <c:pt idx="51">
                  <c:v>44613</c:v>
                </c:pt>
                <c:pt idx="52">
                  <c:v>44614</c:v>
                </c:pt>
                <c:pt idx="53">
                  <c:v>44615</c:v>
                </c:pt>
                <c:pt idx="54">
                  <c:v>44616</c:v>
                </c:pt>
                <c:pt idx="55">
                  <c:v>44617</c:v>
                </c:pt>
                <c:pt idx="56">
                  <c:v>44618</c:v>
                </c:pt>
                <c:pt idx="57">
                  <c:v>44619</c:v>
                </c:pt>
                <c:pt idx="58">
                  <c:v>44620</c:v>
                </c:pt>
                <c:pt idx="59">
                  <c:v>44621</c:v>
                </c:pt>
                <c:pt idx="60">
                  <c:v>44622</c:v>
                </c:pt>
                <c:pt idx="61">
                  <c:v>44623</c:v>
                </c:pt>
                <c:pt idx="62">
                  <c:v>44624</c:v>
                </c:pt>
                <c:pt idx="63">
                  <c:v>44625</c:v>
                </c:pt>
                <c:pt idx="64">
                  <c:v>44626</c:v>
                </c:pt>
                <c:pt idx="65">
                  <c:v>44627</c:v>
                </c:pt>
                <c:pt idx="66">
                  <c:v>44628</c:v>
                </c:pt>
                <c:pt idx="67">
                  <c:v>44629</c:v>
                </c:pt>
                <c:pt idx="68">
                  <c:v>44630</c:v>
                </c:pt>
                <c:pt idx="69">
                  <c:v>44631</c:v>
                </c:pt>
                <c:pt idx="70">
                  <c:v>44632</c:v>
                </c:pt>
                <c:pt idx="71">
                  <c:v>44633</c:v>
                </c:pt>
                <c:pt idx="72">
                  <c:v>44634</c:v>
                </c:pt>
                <c:pt idx="73">
                  <c:v>44635</c:v>
                </c:pt>
                <c:pt idx="74">
                  <c:v>44636</c:v>
                </c:pt>
                <c:pt idx="75">
                  <c:v>44637</c:v>
                </c:pt>
                <c:pt idx="76">
                  <c:v>44638</c:v>
                </c:pt>
                <c:pt idx="77">
                  <c:v>44639</c:v>
                </c:pt>
                <c:pt idx="78">
                  <c:v>44640</c:v>
                </c:pt>
                <c:pt idx="79">
                  <c:v>44641</c:v>
                </c:pt>
                <c:pt idx="80">
                  <c:v>44642</c:v>
                </c:pt>
                <c:pt idx="81">
                  <c:v>44643</c:v>
                </c:pt>
                <c:pt idx="82">
                  <c:v>44644</c:v>
                </c:pt>
                <c:pt idx="83">
                  <c:v>44645</c:v>
                </c:pt>
                <c:pt idx="84">
                  <c:v>44646</c:v>
                </c:pt>
                <c:pt idx="85">
                  <c:v>44647</c:v>
                </c:pt>
                <c:pt idx="86">
                  <c:v>44648</c:v>
                </c:pt>
                <c:pt idx="87">
                  <c:v>44649</c:v>
                </c:pt>
                <c:pt idx="88">
                  <c:v>44650</c:v>
                </c:pt>
                <c:pt idx="89">
                  <c:v>44651</c:v>
                </c:pt>
                <c:pt idx="90">
                  <c:v>44652</c:v>
                </c:pt>
                <c:pt idx="91">
                  <c:v>44653</c:v>
                </c:pt>
                <c:pt idx="92">
                  <c:v>44654</c:v>
                </c:pt>
                <c:pt idx="93">
                  <c:v>44655</c:v>
                </c:pt>
                <c:pt idx="94">
                  <c:v>44656</c:v>
                </c:pt>
                <c:pt idx="95">
                  <c:v>44657</c:v>
                </c:pt>
                <c:pt idx="96">
                  <c:v>44658</c:v>
                </c:pt>
                <c:pt idx="97">
                  <c:v>44659</c:v>
                </c:pt>
                <c:pt idx="98">
                  <c:v>44660</c:v>
                </c:pt>
                <c:pt idx="99">
                  <c:v>44661</c:v>
                </c:pt>
                <c:pt idx="100">
                  <c:v>44662</c:v>
                </c:pt>
                <c:pt idx="101">
                  <c:v>44663</c:v>
                </c:pt>
                <c:pt idx="102">
                  <c:v>44664</c:v>
                </c:pt>
                <c:pt idx="103">
                  <c:v>44665</c:v>
                </c:pt>
                <c:pt idx="104">
                  <c:v>44666</c:v>
                </c:pt>
                <c:pt idx="105">
                  <c:v>44667</c:v>
                </c:pt>
                <c:pt idx="106">
                  <c:v>44668</c:v>
                </c:pt>
                <c:pt idx="107">
                  <c:v>44669</c:v>
                </c:pt>
                <c:pt idx="108">
                  <c:v>44670</c:v>
                </c:pt>
                <c:pt idx="109">
                  <c:v>44671</c:v>
                </c:pt>
                <c:pt idx="110">
                  <c:v>44672</c:v>
                </c:pt>
                <c:pt idx="111">
                  <c:v>44673</c:v>
                </c:pt>
                <c:pt idx="112">
                  <c:v>44674</c:v>
                </c:pt>
                <c:pt idx="113">
                  <c:v>44675</c:v>
                </c:pt>
                <c:pt idx="114">
                  <c:v>44676</c:v>
                </c:pt>
                <c:pt idx="115">
                  <c:v>44677</c:v>
                </c:pt>
                <c:pt idx="116">
                  <c:v>44678</c:v>
                </c:pt>
                <c:pt idx="117">
                  <c:v>44679</c:v>
                </c:pt>
                <c:pt idx="118">
                  <c:v>44680</c:v>
                </c:pt>
                <c:pt idx="119">
                  <c:v>44681</c:v>
                </c:pt>
                <c:pt idx="120">
                  <c:v>44682</c:v>
                </c:pt>
                <c:pt idx="121">
                  <c:v>44683</c:v>
                </c:pt>
                <c:pt idx="122">
                  <c:v>44684</c:v>
                </c:pt>
                <c:pt idx="123">
                  <c:v>44685</c:v>
                </c:pt>
                <c:pt idx="124">
                  <c:v>44686</c:v>
                </c:pt>
                <c:pt idx="125">
                  <c:v>44687</c:v>
                </c:pt>
                <c:pt idx="126">
                  <c:v>44688</c:v>
                </c:pt>
                <c:pt idx="127">
                  <c:v>44689</c:v>
                </c:pt>
                <c:pt idx="128">
                  <c:v>44690</c:v>
                </c:pt>
                <c:pt idx="129">
                  <c:v>44691</c:v>
                </c:pt>
                <c:pt idx="130">
                  <c:v>44692</c:v>
                </c:pt>
                <c:pt idx="131">
                  <c:v>44693</c:v>
                </c:pt>
                <c:pt idx="132">
                  <c:v>44694</c:v>
                </c:pt>
                <c:pt idx="133">
                  <c:v>44695</c:v>
                </c:pt>
                <c:pt idx="134">
                  <c:v>44696</c:v>
                </c:pt>
                <c:pt idx="135">
                  <c:v>44697</c:v>
                </c:pt>
                <c:pt idx="136">
                  <c:v>44698</c:v>
                </c:pt>
                <c:pt idx="137">
                  <c:v>44699</c:v>
                </c:pt>
                <c:pt idx="138">
                  <c:v>44700</c:v>
                </c:pt>
                <c:pt idx="139">
                  <c:v>44701</c:v>
                </c:pt>
                <c:pt idx="140">
                  <c:v>44702</c:v>
                </c:pt>
                <c:pt idx="141">
                  <c:v>44703</c:v>
                </c:pt>
                <c:pt idx="142">
                  <c:v>44704</c:v>
                </c:pt>
                <c:pt idx="143">
                  <c:v>44705</c:v>
                </c:pt>
                <c:pt idx="144">
                  <c:v>44706</c:v>
                </c:pt>
                <c:pt idx="145">
                  <c:v>44707</c:v>
                </c:pt>
                <c:pt idx="146">
                  <c:v>44708</c:v>
                </c:pt>
                <c:pt idx="147">
                  <c:v>44709</c:v>
                </c:pt>
                <c:pt idx="148">
                  <c:v>44710</c:v>
                </c:pt>
                <c:pt idx="149">
                  <c:v>44711</c:v>
                </c:pt>
                <c:pt idx="150">
                  <c:v>44712</c:v>
                </c:pt>
                <c:pt idx="151">
                  <c:v>44713</c:v>
                </c:pt>
                <c:pt idx="152">
                  <c:v>44714</c:v>
                </c:pt>
                <c:pt idx="153">
                  <c:v>44715</c:v>
                </c:pt>
                <c:pt idx="154">
                  <c:v>44716</c:v>
                </c:pt>
                <c:pt idx="155">
                  <c:v>44717</c:v>
                </c:pt>
                <c:pt idx="156">
                  <c:v>44718</c:v>
                </c:pt>
                <c:pt idx="157">
                  <c:v>44719</c:v>
                </c:pt>
                <c:pt idx="158">
                  <c:v>44720</c:v>
                </c:pt>
                <c:pt idx="159">
                  <c:v>44721</c:v>
                </c:pt>
                <c:pt idx="160">
                  <c:v>44722</c:v>
                </c:pt>
                <c:pt idx="161">
                  <c:v>44723</c:v>
                </c:pt>
                <c:pt idx="162">
                  <c:v>44724</c:v>
                </c:pt>
                <c:pt idx="163">
                  <c:v>44725</c:v>
                </c:pt>
                <c:pt idx="164">
                  <c:v>44726</c:v>
                </c:pt>
                <c:pt idx="165">
                  <c:v>44727</c:v>
                </c:pt>
                <c:pt idx="166">
                  <c:v>44728</c:v>
                </c:pt>
                <c:pt idx="167">
                  <c:v>44729</c:v>
                </c:pt>
                <c:pt idx="168">
                  <c:v>44730</c:v>
                </c:pt>
                <c:pt idx="169">
                  <c:v>44731</c:v>
                </c:pt>
                <c:pt idx="170">
                  <c:v>44732</c:v>
                </c:pt>
                <c:pt idx="171">
                  <c:v>44733</c:v>
                </c:pt>
                <c:pt idx="172">
                  <c:v>44734</c:v>
                </c:pt>
                <c:pt idx="173">
                  <c:v>44735</c:v>
                </c:pt>
                <c:pt idx="174">
                  <c:v>44736</c:v>
                </c:pt>
                <c:pt idx="175">
                  <c:v>44737</c:v>
                </c:pt>
                <c:pt idx="176">
                  <c:v>44738</c:v>
                </c:pt>
                <c:pt idx="177">
                  <c:v>44739</c:v>
                </c:pt>
                <c:pt idx="178">
                  <c:v>44740</c:v>
                </c:pt>
                <c:pt idx="179">
                  <c:v>44741</c:v>
                </c:pt>
                <c:pt idx="180">
                  <c:v>44742</c:v>
                </c:pt>
                <c:pt idx="181">
                  <c:v>44743</c:v>
                </c:pt>
                <c:pt idx="182">
                  <c:v>44744</c:v>
                </c:pt>
                <c:pt idx="183">
                  <c:v>44745</c:v>
                </c:pt>
                <c:pt idx="184">
                  <c:v>44746</c:v>
                </c:pt>
                <c:pt idx="185">
                  <c:v>44747</c:v>
                </c:pt>
                <c:pt idx="186">
                  <c:v>44748</c:v>
                </c:pt>
                <c:pt idx="187">
                  <c:v>44749</c:v>
                </c:pt>
                <c:pt idx="188">
                  <c:v>44750</c:v>
                </c:pt>
                <c:pt idx="189">
                  <c:v>44751</c:v>
                </c:pt>
                <c:pt idx="190">
                  <c:v>44752</c:v>
                </c:pt>
                <c:pt idx="191">
                  <c:v>44753</c:v>
                </c:pt>
                <c:pt idx="192">
                  <c:v>44754</c:v>
                </c:pt>
                <c:pt idx="193">
                  <c:v>44755</c:v>
                </c:pt>
                <c:pt idx="194">
                  <c:v>44756</c:v>
                </c:pt>
                <c:pt idx="195">
                  <c:v>44757</c:v>
                </c:pt>
                <c:pt idx="196">
                  <c:v>44758</c:v>
                </c:pt>
                <c:pt idx="197">
                  <c:v>44759</c:v>
                </c:pt>
                <c:pt idx="198">
                  <c:v>44760</c:v>
                </c:pt>
                <c:pt idx="199">
                  <c:v>44761</c:v>
                </c:pt>
                <c:pt idx="200">
                  <c:v>44762</c:v>
                </c:pt>
                <c:pt idx="201">
                  <c:v>44763</c:v>
                </c:pt>
                <c:pt idx="202">
                  <c:v>44764</c:v>
                </c:pt>
                <c:pt idx="203">
                  <c:v>44765</c:v>
                </c:pt>
                <c:pt idx="204">
                  <c:v>44766</c:v>
                </c:pt>
                <c:pt idx="205">
                  <c:v>44767</c:v>
                </c:pt>
                <c:pt idx="206">
                  <c:v>44768</c:v>
                </c:pt>
                <c:pt idx="207">
                  <c:v>44769</c:v>
                </c:pt>
                <c:pt idx="208">
                  <c:v>44770</c:v>
                </c:pt>
                <c:pt idx="209">
                  <c:v>44771</c:v>
                </c:pt>
                <c:pt idx="210">
                  <c:v>44772</c:v>
                </c:pt>
                <c:pt idx="211">
                  <c:v>44773</c:v>
                </c:pt>
                <c:pt idx="212">
                  <c:v>44774</c:v>
                </c:pt>
                <c:pt idx="213">
                  <c:v>44775</c:v>
                </c:pt>
                <c:pt idx="214">
                  <c:v>44776</c:v>
                </c:pt>
                <c:pt idx="215">
                  <c:v>44777</c:v>
                </c:pt>
                <c:pt idx="216">
                  <c:v>44778</c:v>
                </c:pt>
                <c:pt idx="217">
                  <c:v>44779</c:v>
                </c:pt>
                <c:pt idx="218">
                  <c:v>44780</c:v>
                </c:pt>
                <c:pt idx="219">
                  <c:v>44781</c:v>
                </c:pt>
                <c:pt idx="220">
                  <c:v>44782</c:v>
                </c:pt>
                <c:pt idx="221">
                  <c:v>44783</c:v>
                </c:pt>
                <c:pt idx="222">
                  <c:v>44784</c:v>
                </c:pt>
                <c:pt idx="223">
                  <c:v>44785</c:v>
                </c:pt>
                <c:pt idx="224">
                  <c:v>44786</c:v>
                </c:pt>
                <c:pt idx="225">
                  <c:v>44787</c:v>
                </c:pt>
                <c:pt idx="226">
                  <c:v>44788</c:v>
                </c:pt>
                <c:pt idx="227">
                  <c:v>44789</c:v>
                </c:pt>
                <c:pt idx="228">
                  <c:v>44790</c:v>
                </c:pt>
                <c:pt idx="229">
                  <c:v>44791</c:v>
                </c:pt>
                <c:pt idx="230">
                  <c:v>44792</c:v>
                </c:pt>
                <c:pt idx="231">
                  <c:v>44793</c:v>
                </c:pt>
                <c:pt idx="232">
                  <c:v>44794</c:v>
                </c:pt>
                <c:pt idx="233">
                  <c:v>44795</c:v>
                </c:pt>
                <c:pt idx="234">
                  <c:v>44796</c:v>
                </c:pt>
                <c:pt idx="235">
                  <c:v>44797</c:v>
                </c:pt>
                <c:pt idx="236">
                  <c:v>44798</c:v>
                </c:pt>
                <c:pt idx="237">
                  <c:v>44799</c:v>
                </c:pt>
                <c:pt idx="238">
                  <c:v>44800</c:v>
                </c:pt>
                <c:pt idx="239">
                  <c:v>44801</c:v>
                </c:pt>
                <c:pt idx="240">
                  <c:v>44802</c:v>
                </c:pt>
                <c:pt idx="241">
                  <c:v>44803</c:v>
                </c:pt>
                <c:pt idx="242">
                  <c:v>44804</c:v>
                </c:pt>
                <c:pt idx="243">
                  <c:v>44805</c:v>
                </c:pt>
                <c:pt idx="244">
                  <c:v>44806</c:v>
                </c:pt>
                <c:pt idx="245">
                  <c:v>44807</c:v>
                </c:pt>
                <c:pt idx="246">
                  <c:v>44808</c:v>
                </c:pt>
                <c:pt idx="247">
                  <c:v>44809</c:v>
                </c:pt>
                <c:pt idx="248">
                  <c:v>44810</c:v>
                </c:pt>
                <c:pt idx="249">
                  <c:v>44811</c:v>
                </c:pt>
                <c:pt idx="250">
                  <c:v>44812</c:v>
                </c:pt>
                <c:pt idx="251">
                  <c:v>44813</c:v>
                </c:pt>
                <c:pt idx="252">
                  <c:v>44814</c:v>
                </c:pt>
                <c:pt idx="253">
                  <c:v>44815</c:v>
                </c:pt>
                <c:pt idx="254">
                  <c:v>44816</c:v>
                </c:pt>
                <c:pt idx="255">
                  <c:v>44817</c:v>
                </c:pt>
                <c:pt idx="256">
                  <c:v>44818</c:v>
                </c:pt>
                <c:pt idx="257">
                  <c:v>44819</c:v>
                </c:pt>
                <c:pt idx="258">
                  <c:v>44820</c:v>
                </c:pt>
                <c:pt idx="259">
                  <c:v>44821</c:v>
                </c:pt>
                <c:pt idx="260">
                  <c:v>44822</c:v>
                </c:pt>
                <c:pt idx="261">
                  <c:v>44823</c:v>
                </c:pt>
                <c:pt idx="262">
                  <c:v>44824</c:v>
                </c:pt>
                <c:pt idx="263">
                  <c:v>44825</c:v>
                </c:pt>
                <c:pt idx="264">
                  <c:v>44826</c:v>
                </c:pt>
                <c:pt idx="265">
                  <c:v>44827</c:v>
                </c:pt>
                <c:pt idx="266">
                  <c:v>44828</c:v>
                </c:pt>
                <c:pt idx="267">
                  <c:v>44829</c:v>
                </c:pt>
                <c:pt idx="268">
                  <c:v>44830</c:v>
                </c:pt>
                <c:pt idx="269">
                  <c:v>44831</c:v>
                </c:pt>
                <c:pt idx="270">
                  <c:v>44832</c:v>
                </c:pt>
                <c:pt idx="271">
                  <c:v>44833</c:v>
                </c:pt>
                <c:pt idx="272">
                  <c:v>44834</c:v>
                </c:pt>
              </c:numCache>
            </c:numRef>
          </c:cat>
          <c:val>
            <c:numRef>
              <c:f>paid!$K$2:$K$274</c:f>
              <c:numCache>
                <c:formatCode>General</c:formatCode>
                <c:ptCount val="27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</c:v>
                </c:pt>
                <c:pt idx="7">
                  <c:v>4</c:v>
                </c:pt>
                <c:pt idx="8">
                  <c:v>5</c:v>
                </c:pt>
                <c:pt idx="9">
                  <c:v>6</c:v>
                </c:pt>
                <c:pt idx="10">
                  <c:v>8</c:v>
                </c:pt>
                <c:pt idx="11">
                  <c:v>9</c:v>
                </c:pt>
                <c:pt idx="12">
                  <c:v>10</c:v>
                </c:pt>
                <c:pt idx="13">
                  <c:v>12</c:v>
                </c:pt>
                <c:pt idx="14">
                  <c:v>13</c:v>
                </c:pt>
                <c:pt idx="15">
                  <c:v>15</c:v>
                </c:pt>
                <c:pt idx="16">
                  <c:v>16</c:v>
                </c:pt>
                <c:pt idx="17">
                  <c:v>18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26</c:v>
                </c:pt>
                <c:pt idx="24">
                  <c:v>27</c:v>
                </c:pt>
                <c:pt idx="25">
                  <c:v>28</c:v>
                </c:pt>
                <c:pt idx="26">
                  <c:v>29</c:v>
                </c:pt>
                <c:pt idx="27">
                  <c:v>31</c:v>
                </c:pt>
                <c:pt idx="28">
                  <c:v>33</c:v>
                </c:pt>
                <c:pt idx="29">
                  <c:v>35</c:v>
                </c:pt>
                <c:pt idx="30">
                  <c:v>37</c:v>
                </c:pt>
                <c:pt idx="31">
                  <c:v>39</c:v>
                </c:pt>
                <c:pt idx="32">
                  <c:v>40</c:v>
                </c:pt>
                <c:pt idx="33">
                  <c:v>41</c:v>
                </c:pt>
                <c:pt idx="34">
                  <c:v>43</c:v>
                </c:pt>
                <c:pt idx="35">
                  <c:v>44</c:v>
                </c:pt>
                <c:pt idx="36">
                  <c:v>46</c:v>
                </c:pt>
                <c:pt idx="37">
                  <c:v>48</c:v>
                </c:pt>
                <c:pt idx="38">
                  <c:v>50</c:v>
                </c:pt>
                <c:pt idx="39">
                  <c:v>52</c:v>
                </c:pt>
                <c:pt idx="40">
                  <c:v>54</c:v>
                </c:pt>
                <c:pt idx="41">
                  <c:v>55</c:v>
                </c:pt>
                <c:pt idx="42">
                  <c:v>60</c:v>
                </c:pt>
                <c:pt idx="43">
                  <c:v>61</c:v>
                </c:pt>
                <c:pt idx="44">
                  <c:v>70</c:v>
                </c:pt>
                <c:pt idx="45">
                  <c:v>79</c:v>
                </c:pt>
                <c:pt idx="46">
                  <c:v>81</c:v>
                </c:pt>
                <c:pt idx="47">
                  <c:v>88</c:v>
                </c:pt>
                <c:pt idx="48">
                  <c:v>92</c:v>
                </c:pt>
                <c:pt idx="49">
                  <c:v>97</c:v>
                </c:pt>
                <c:pt idx="50">
                  <c:v>104</c:v>
                </c:pt>
                <c:pt idx="51">
                  <c:v>104</c:v>
                </c:pt>
                <c:pt idx="52">
                  <c:v>113</c:v>
                </c:pt>
                <c:pt idx="53">
                  <c:v>114</c:v>
                </c:pt>
                <c:pt idx="54">
                  <c:v>114</c:v>
                </c:pt>
                <c:pt idx="55">
                  <c:v>123</c:v>
                </c:pt>
                <c:pt idx="56">
                  <c:v>127</c:v>
                </c:pt>
                <c:pt idx="57">
                  <c:v>133</c:v>
                </c:pt>
                <c:pt idx="58">
                  <c:v>135</c:v>
                </c:pt>
                <c:pt idx="59">
                  <c:v>139</c:v>
                </c:pt>
                <c:pt idx="60">
                  <c:v>139</c:v>
                </c:pt>
                <c:pt idx="61">
                  <c:v>142</c:v>
                </c:pt>
                <c:pt idx="62">
                  <c:v>144</c:v>
                </c:pt>
                <c:pt idx="63">
                  <c:v>153</c:v>
                </c:pt>
                <c:pt idx="64">
                  <c:v>157</c:v>
                </c:pt>
                <c:pt idx="65">
                  <c:v>164</c:v>
                </c:pt>
                <c:pt idx="66">
                  <c:v>171</c:v>
                </c:pt>
                <c:pt idx="67">
                  <c:v>172</c:v>
                </c:pt>
                <c:pt idx="68">
                  <c:v>173</c:v>
                </c:pt>
                <c:pt idx="69">
                  <c:v>182</c:v>
                </c:pt>
                <c:pt idx="70">
                  <c:v>188</c:v>
                </c:pt>
                <c:pt idx="71">
                  <c:v>198</c:v>
                </c:pt>
                <c:pt idx="72">
                  <c:v>203</c:v>
                </c:pt>
                <c:pt idx="73">
                  <c:v>212</c:v>
                </c:pt>
                <c:pt idx="74">
                  <c:v>220</c:v>
                </c:pt>
                <c:pt idx="75">
                  <c:v>229</c:v>
                </c:pt>
                <c:pt idx="76">
                  <c:v>230</c:v>
                </c:pt>
                <c:pt idx="77">
                  <c:v>236</c:v>
                </c:pt>
                <c:pt idx="78">
                  <c:v>239</c:v>
                </c:pt>
                <c:pt idx="79">
                  <c:v>247</c:v>
                </c:pt>
                <c:pt idx="80">
                  <c:v>250</c:v>
                </c:pt>
                <c:pt idx="81">
                  <c:v>256</c:v>
                </c:pt>
                <c:pt idx="82">
                  <c:v>262</c:v>
                </c:pt>
                <c:pt idx="83">
                  <c:v>270</c:v>
                </c:pt>
                <c:pt idx="84">
                  <c:v>271</c:v>
                </c:pt>
                <c:pt idx="85">
                  <c:v>275</c:v>
                </c:pt>
                <c:pt idx="86">
                  <c:v>284</c:v>
                </c:pt>
                <c:pt idx="87">
                  <c:v>292</c:v>
                </c:pt>
                <c:pt idx="88">
                  <c:v>302</c:v>
                </c:pt>
                <c:pt idx="89">
                  <c:v>304</c:v>
                </c:pt>
                <c:pt idx="90">
                  <c:v>314</c:v>
                </c:pt>
                <c:pt idx="91">
                  <c:v>322</c:v>
                </c:pt>
                <c:pt idx="92">
                  <c:v>329</c:v>
                </c:pt>
                <c:pt idx="93">
                  <c:v>335</c:v>
                </c:pt>
                <c:pt idx="94">
                  <c:v>343</c:v>
                </c:pt>
                <c:pt idx="95">
                  <c:v>353</c:v>
                </c:pt>
                <c:pt idx="96">
                  <c:v>363</c:v>
                </c:pt>
                <c:pt idx="97">
                  <c:v>373</c:v>
                </c:pt>
                <c:pt idx="98">
                  <c:v>377</c:v>
                </c:pt>
                <c:pt idx="99">
                  <c:v>377</c:v>
                </c:pt>
                <c:pt idx="100">
                  <c:v>377</c:v>
                </c:pt>
                <c:pt idx="101">
                  <c:v>379</c:v>
                </c:pt>
                <c:pt idx="102">
                  <c:v>384</c:v>
                </c:pt>
                <c:pt idx="103">
                  <c:v>389</c:v>
                </c:pt>
                <c:pt idx="104">
                  <c:v>396</c:v>
                </c:pt>
                <c:pt idx="105">
                  <c:v>405</c:v>
                </c:pt>
                <c:pt idx="106">
                  <c:v>412</c:v>
                </c:pt>
                <c:pt idx="107">
                  <c:v>419</c:v>
                </c:pt>
                <c:pt idx="108">
                  <c:v>428</c:v>
                </c:pt>
                <c:pt idx="109">
                  <c:v>431</c:v>
                </c:pt>
                <c:pt idx="110">
                  <c:v>439</c:v>
                </c:pt>
                <c:pt idx="111">
                  <c:v>447</c:v>
                </c:pt>
                <c:pt idx="112">
                  <c:v>457</c:v>
                </c:pt>
                <c:pt idx="113">
                  <c:v>459</c:v>
                </c:pt>
                <c:pt idx="114">
                  <c:v>467</c:v>
                </c:pt>
                <c:pt idx="115">
                  <c:v>468</c:v>
                </c:pt>
                <c:pt idx="116">
                  <c:v>473</c:v>
                </c:pt>
                <c:pt idx="117">
                  <c:v>475</c:v>
                </c:pt>
                <c:pt idx="118">
                  <c:v>477</c:v>
                </c:pt>
                <c:pt idx="119">
                  <c:v>479</c:v>
                </c:pt>
                <c:pt idx="120">
                  <c:v>487</c:v>
                </c:pt>
                <c:pt idx="121">
                  <c:v>489</c:v>
                </c:pt>
                <c:pt idx="122">
                  <c:v>496</c:v>
                </c:pt>
                <c:pt idx="123">
                  <c:v>504</c:v>
                </c:pt>
                <c:pt idx="124">
                  <c:v>512</c:v>
                </c:pt>
                <c:pt idx="125">
                  <c:v>518</c:v>
                </c:pt>
                <c:pt idx="126">
                  <c:v>523</c:v>
                </c:pt>
                <c:pt idx="127">
                  <c:v>532</c:v>
                </c:pt>
                <c:pt idx="128">
                  <c:v>535</c:v>
                </c:pt>
                <c:pt idx="129">
                  <c:v>537</c:v>
                </c:pt>
                <c:pt idx="130">
                  <c:v>544</c:v>
                </c:pt>
                <c:pt idx="131">
                  <c:v>552</c:v>
                </c:pt>
                <c:pt idx="132">
                  <c:v>554</c:v>
                </c:pt>
                <c:pt idx="133">
                  <c:v>555</c:v>
                </c:pt>
                <c:pt idx="134">
                  <c:v>562</c:v>
                </c:pt>
                <c:pt idx="135">
                  <c:v>562</c:v>
                </c:pt>
                <c:pt idx="136">
                  <c:v>567</c:v>
                </c:pt>
                <c:pt idx="137">
                  <c:v>575</c:v>
                </c:pt>
                <c:pt idx="138">
                  <c:v>578</c:v>
                </c:pt>
                <c:pt idx="139">
                  <c:v>581</c:v>
                </c:pt>
                <c:pt idx="140">
                  <c:v>582</c:v>
                </c:pt>
                <c:pt idx="141">
                  <c:v>588</c:v>
                </c:pt>
                <c:pt idx="142">
                  <c:v>591</c:v>
                </c:pt>
                <c:pt idx="143">
                  <c:v>594</c:v>
                </c:pt>
                <c:pt idx="144">
                  <c:v>598</c:v>
                </c:pt>
                <c:pt idx="145">
                  <c:v>605</c:v>
                </c:pt>
                <c:pt idx="146">
                  <c:v>607</c:v>
                </c:pt>
                <c:pt idx="147">
                  <c:v>611</c:v>
                </c:pt>
                <c:pt idx="148">
                  <c:v>616</c:v>
                </c:pt>
                <c:pt idx="149">
                  <c:v>618</c:v>
                </c:pt>
                <c:pt idx="150">
                  <c:v>625</c:v>
                </c:pt>
                <c:pt idx="151">
                  <c:v>635</c:v>
                </c:pt>
                <c:pt idx="152">
                  <c:v>642</c:v>
                </c:pt>
                <c:pt idx="153">
                  <c:v>643</c:v>
                </c:pt>
                <c:pt idx="154">
                  <c:v>645</c:v>
                </c:pt>
                <c:pt idx="155">
                  <c:v>653</c:v>
                </c:pt>
                <c:pt idx="156">
                  <c:v>658</c:v>
                </c:pt>
                <c:pt idx="157">
                  <c:v>661</c:v>
                </c:pt>
                <c:pt idx="158">
                  <c:v>663</c:v>
                </c:pt>
                <c:pt idx="159">
                  <c:v>669</c:v>
                </c:pt>
                <c:pt idx="160">
                  <c:v>676</c:v>
                </c:pt>
                <c:pt idx="161">
                  <c:v>679</c:v>
                </c:pt>
                <c:pt idx="162">
                  <c:v>680</c:v>
                </c:pt>
                <c:pt idx="163">
                  <c:v>690</c:v>
                </c:pt>
                <c:pt idx="164">
                  <c:v>697</c:v>
                </c:pt>
                <c:pt idx="165">
                  <c:v>705</c:v>
                </c:pt>
                <c:pt idx="166">
                  <c:v>712</c:v>
                </c:pt>
                <c:pt idx="167">
                  <c:v>721</c:v>
                </c:pt>
                <c:pt idx="168">
                  <c:v>726</c:v>
                </c:pt>
                <c:pt idx="169">
                  <c:v>732</c:v>
                </c:pt>
                <c:pt idx="170">
                  <c:v>735</c:v>
                </c:pt>
                <c:pt idx="171">
                  <c:v>743</c:v>
                </c:pt>
                <c:pt idx="172">
                  <c:v>752</c:v>
                </c:pt>
                <c:pt idx="173">
                  <c:v>759</c:v>
                </c:pt>
                <c:pt idx="174">
                  <c:v>760</c:v>
                </c:pt>
                <c:pt idx="175">
                  <c:v>770</c:v>
                </c:pt>
                <c:pt idx="176">
                  <c:v>780</c:v>
                </c:pt>
                <c:pt idx="177">
                  <c:v>788</c:v>
                </c:pt>
                <c:pt idx="178">
                  <c:v>797</c:v>
                </c:pt>
                <c:pt idx="179">
                  <c:v>804</c:v>
                </c:pt>
                <c:pt idx="180">
                  <c:v>812</c:v>
                </c:pt>
                <c:pt idx="181">
                  <c:v>821</c:v>
                </c:pt>
                <c:pt idx="182">
                  <c:v>823</c:v>
                </c:pt>
                <c:pt idx="183">
                  <c:v>828</c:v>
                </c:pt>
                <c:pt idx="184">
                  <c:v>829</c:v>
                </c:pt>
                <c:pt idx="185">
                  <c:v>829</c:v>
                </c:pt>
                <c:pt idx="186">
                  <c:v>832</c:v>
                </c:pt>
                <c:pt idx="187">
                  <c:v>838</c:v>
                </c:pt>
                <c:pt idx="188">
                  <c:v>846</c:v>
                </c:pt>
                <c:pt idx="189">
                  <c:v>849</c:v>
                </c:pt>
                <c:pt idx="190">
                  <c:v>849</c:v>
                </c:pt>
                <c:pt idx="191">
                  <c:v>852</c:v>
                </c:pt>
                <c:pt idx="192">
                  <c:v>857</c:v>
                </c:pt>
                <c:pt idx="193">
                  <c:v>857</c:v>
                </c:pt>
                <c:pt idx="194">
                  <c:v>858</c:v>
                </c:pt>
                <c:pt idx="195">
                  <c:v>861</c:v>
                </c:pt>
                <c:pt idx="196">
                  <c:v>870</c:v>
                </c:pt>
                <c:pt idx="197">
                  <c:v>873</c:v>
                </c:pt>
                <c:pt idx="198">
                  <c:v>877</c:v>
                </c:pt>
                <c:pt idx="199">
                  <c:v>881</c:v>
                </c:pt>
                <c:pt idx="200">
                  <c:v>884</c:v>
                </c:pt>
                <c:pt idx="201">
                  <c:v>888</c:v>
                </c:pt>
                <c:pt idx="202">
                  <c:v>889</c:v>
                </c:pt>
                <c:pt idx="203">
                  <c:v>891</c:v>
                </c:pt>
                <c:pt idx="204">
                  <c:v>893</c:v>
                </c:pt>
                <c:pt idx="205">
                  <c:v>896</c:v>
                </c:pt>
                <c:pt idx="206">
                  <c:v>900</c:v>
                </c:pt>
                <c:pt idx="207">
                  <c:v>901</c:v>
                </c:pt>
                <c:pt idx="208">
                  <c:v>903</c:v>
                </c:pt>
                <c:pt idx="209">
                  <c:v>904</c:v>
                </c:pt>
                <c:pt idx="210">
                  <c:v>905</c:v>
                </c:pt>
                <c:pt idx="211">
                  <c:v>907</c:v>
                </c:pt>
                <c:pt idx="212">
                  <c:v>908</c:v>
                </c:pt>
                <c:pt idx="213">
                  <c:v>911</c:v>
                </c:pt>
                <c:pt idx="214">
                  <c:v>913</c:v>
                </c:pt>
                <c:pt idx="215">
                  <c:v>916</c:v>
                </c:pt>
                <c:pt idx="216">
                  <c:v>920</c:v>
                </c:pt>
                <c:pt idx="217">
                  <c:v>923</c:v>
                </c:pt>
                <c:pt idx="218">
                  <c:v>925</c:v>
                </c:pt>
                <c:pt idx="219">
                  <c:v>926</c:v>
                </c:pt>
                <c:pt idx="220">
                  <c:v>928</c:v>
                </c:pt>
                <c:pt idx="221">
                  <c:v>932</c:v>
                </c:pt>
                <c:pt idx="222">
                  <c:v>935</c:v>
                </c:pt>
                <c:pt idx="223">
                  <c:v>939</c:v>
                </c:pt>
                <c:pt idx="224">
                  <c:v>942</c:v>
                </c:pt>
                <c:pt idx="225">
                  <c:v>946</c:v>
                </c:pt>
                <c:pt idx="226">
                  <c:v>947</c:v>
                </c:pt>
                <c:pt idx="227">
                  <c:v>951</c:v>
                </c:pt>
                <c:pt idx="228">
                  <c:v>953</c:v>
                </c:pt>
                <c:pt idx="229">
                  <c:v>956</c:v>
                </c:pt>
                <c:pt idx="230">
                  <c:v>957</c:v>
                </c:pt>
                <c:pt idx="231">
                  <c:v>960</c:v>
                </c:pt>
                <c:pt idx="232">
                  <c:v>963</c:v>
                </c:pt>
                <c:pt idx="233">
                  <c:v>963</c:v>
                </c:pt>
                <c:pt idx="234">
                  <c:v>967</c:v>
                </c:pt>
                <c:pt idx="235">
                  <c:v>970</c:v>
                </c:pt>
                <c:pt idx="236">
                  <c:v>974</c:v>
                </c:pt>
                <c:pt idx="237">
                  <c:v>978</c:v>
                </c:pt>
                <c:pt idx="238">
                  <c:v>981</c:v>
                </c:pt>
                <c:pt idx="239">
                  <c:v>981</c:v>
                </c:pt>
                <c:pt idx="240">
                  <c:v>981</c:v>
                </c:pt>
                <c:pt idx="241">
                  <c:v>981</c:v>
                </c:pt>
                <c:pt idx="242">
                  <c:v>983</c:v>
                </c:pt>
                <c:pt idx="243">
                  <c:v>985</c:v>
                </c:pt>
                <c:pt idx="244">
                  <c:v>987</c:v>
                </c:pt>
                <c:pt idx="245">
                  <c:v>989</c:v>
                </c:pt>
                <c:pt idx="246">
                  <c:v>991</c:v>
                </c:pt>
                <c:pt idx="247">
                  <c:v>995</c:v>
                </c:pt>
                <c:pt idx="248">
                  <c:v>995</c:v>
                </c:pt>
                <c:pt idx="249">
                  <c:v>999</c:v>
                </c:pt>
                <c:pt idx="250">
                  <c:v>1000</c:v>
                </c:pt>
                <c:pt idx="251">
                  <c:v>1000</c:v>
                </c:pt>
                <c:pt idx="252">
                  <c:v>1003</c:v>
                </c:pt>
                <c:pt idx="253">
                  <c:v>1006</c:v>
                </c:pt>
                <c:pt idx="254">
                  <c:v>1008</c:v>
                </c:pt>
                <c:pt idx="255">
                  <c:v>1008</c:v>
                </c:pt>
                <c:pt idx="256">
                  <c:v>1009</c:v>
                </c:pt>
                <c:pt idx="257">
                  <c:v>1010</c:v>
                </c:pt>
                <c:pt idx="258">
                  <c:v>1013</c:v>
                </c:pt>
                <c:pt idx="259">
                  <c:v>1017</c:v>
                </c:pt>
                <c:pt idx="260">
                  <c:v>1018</c:v>
                </c:pt>
                <c:pt idx="261">
                  <c:v>1022</c:v>
                </c:pt>
                <c:pt idx="262">
                  <c:v>1024</c:v>
                </c:pt>
                <c:pt idx="263">
                  <c:v>1024</c:v>
                </c:pt>
                <c:pt idx="264">
                  <c:v>1031</c:v>
                </c:pt>
                <c:pt idx="265">
                  <c:v>1036</c:v>
                </c:pt>
                <c:pt idx="266">
                  <c:v>1038</c:v>
                </c:pt>
                <c:pt idx="267">
                  <c:v>1039</c:v>
                </c:pt>
                <c:pt idx="268">
                  <c:v>1039</c:v>
                </c:pt>
                <c:pt idx="269">
                  <c:v>1040</c:v>
                </c:pt>
                <c:pt idx="270">
                  <c:v>1042</c:v>
                </c:pt>
                <c:pt idx="271">
                  <c:v>1044</c:v>
                </c:pt>
                <c:pt idx="272">
                  <c:v>1045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ADE-4C78-9E2A-7825B9A89E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6633704"/>
        <c:axId val="816632984"/>
      </c:lineChart>
      <c:lineChart>
        <c:grouping val="standard"/>
        <c:varyColors val="0"/>
        <c:ser>
          <c:idx val="0"/>
          <c:order val="0"/>
          <c:tx>
            <c:strRef>
              <c:f>paid!$J$1</c:f>
              <c:strCache>
                <c:ptCount val="1"/>
                <c:pt idx="0">
                  <c:v>Session Sum</c:v>
                </c:pt>
              </c:strCache>
            </c:strRef>
          </c:tx>
          <c:spPr>
            <a:ln w="50800"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paid!$B$2:$B$274</c:f>
              <c:numCache>
                <c:formatCode>m/d/yyyy</c:formatCode>
                <c:ptCount val="273"/>
                <c:pt idx="0">
                  <c:v>44562</c:v>
                </c:pt>
                <c:pt idx="1">
                  <c:v>44563</c:v>
                </c:pt>
                <c:pt idx="2">
                  <c:v>44564</c:v>
                </c:pt>
                <c:pt idx="3">
                  <c:v>44565</c:v>
                </c:pt>
                <c:pt idx="4">
                  <c:v>44566</c:v>
                </c:pt>
                <c:pt idx="5">
                  <c:v>44567</c:v>
                </c:pt>
                <c:pt idx="6">
                  <c:v>44568</c:v>
                </c:pt>
                <c:pt idx="7">
                  <c:v>44569</c:v>
                </c:pt>
                <c:pt idx="8">
                  <c:v>44570</c:v>
                </c:pt>
                <c:pt idx="9">
                  <c:v>44571</c:v>
                </c:pt>
                <c:pt idx="10">
                  <c:v>44572</c:v>
                </c:pt>
                <c:pt idx="11">
                  <c:v>44573</c:v>
                </c:pt>
                <c:pt idx="12">
                  <c:v>44574</c:v>
                </c:pt>
                <c:pt idx="13">
                  <c:v>44575</c:v>
                </c:pt>
                <c:pt idx="14">
                  <c:v>44576</c:v>
                </c:pt>
                <c:pt idx="15">
                  <c:v>44577</c:v>
                </c:pt>
                <c:pt idx="16">
                  <c:v>44578</c:v>
                </c:pt>
                <c:pt idx="17">
                  <c:v>44579</c:v>
                </c:pt>
                <c:pt idx="18">
                  <c:v>44580</c:v>
                </c:pt>
                <c:pt idx="19">
                  <c:v>44581</c:v>
                </c:pt>
                <c:pt idx="20">
                  <c:v>44582</c:v>
                </c:pt>
                <c:pt idx="21">
                  <c:v>44583</c:v>
                </c:pt>
                <c:pt idx="22">
                  <c:v>44584</c:v>
                </c:pt>
                <c:pt idx="23">
                  <c:v>44585</c:v>
                </c:pt>
                <c:pt idx="24">
                  <c:v>44586</c:v>
                </c:pt>
                <c:pt idx="25">
                  <c:v>44587</c:v>
                </c:pt>
                <c:pt idx="26">
                  <c:v>44588</c:v>
                </c:pt>
                <c:pt idx="27">
                  <c:v>44589</c:v>
                </c:pt>
                <c:pt idx="28">
                  <c:v>44590</c:v>
                </c:pt>
                <c:pt idx="29">
                  <c:v>44591</c:v>
                </c:pt>
                <c:pt idx="30">
                  <c:v>44592</c:v>
                </c:pt>
                <c:pt idx="31">
                  <c:v>44593</c:v>
                </c:pt>
                <c:pt idx="32">
                  <c:v>44594</c:v>
                </c:pt>
                <c:pt idx="33">
                  <c:v>44595</c:v>
                </c:pt>
                <c:pt idx="34">
                  <c:v>44596</c:v>
                </c:pt>
                <c:pt idx="35">
                  <c:v>44597</c:v>
                </c:pt>
                <c:pt idx="36">
                  <c:v>44598</c:v>
                </c:pt>
                <c:pt idx="37">
                  <c:v>44599</c:v>
                </c:pt>
                <c:pt idx="38">
                  <c:v>44600</c:v>
                </c:pt>
                <c:pt idx="39">
                  <c:v>44601</c:v>
                </c:pt>
                <c:pt idx="40">
                  <c:v>44602</c:v>
                </c:pt>
                <c:pt idx="41">
                  <c:v>44603</c:v>
                </c:pt>
                <c:pt idx="42">
                  <c:v>44604</c:v>
                </c:pt>
                <c:pt idx="43">
                  <c:v>44605</c:v>
                </c:pt>
                <c:pt idx="44">
                  <c:v>44606</c:v>
                </c:pt>
                <c:pt idx="45">
                  <c:v>44607</c:v>
                </c:pt>
                <c:pt idx="46">
                  <c:v>44608</c:v>
                </c:pt>
                <c:pt idx="47">
                  <c:v>44609</c:v>
                </c:pt>
                <c:pt idx="48">
                  <c:v>44610</c:v>
                </c:pt>
                <c:pt idx="49">
                  <c:v>44611</c:v>
                </c:pt>
                <c:pt idx="50">
                  <c:v>44612</c:v>
                </c:pt>
                <c:pt idx="51">
                  <c:v>44613</c:v>
                </c:pt>
                <c:pt idx="52">
                  <c:v>44614</c:v>
                </c:pt>
                <c:pt idx="53">
                  <c:v>44615</c:v>
                </c:pt>
                <c:pt idx="54">
                  <c:v>44616</c:v>
                </c:pt>
                <c:pt idx="55">
                  <c:v>44617</c:v>
                </c:pt>
                <c:pt idx="56">
                  <c:v>44618</c:v>
                </c:pt>
                <c:pt idx="57">
                  <c:v>44619</c:v>
                </c:pt>
                <c:pt idx="58">
                  <c:v>44620</c:v>
                </c:pt>
                <c:pt idx="59">
                  <c:v>44621</c:v>
                </c:pt>
                <c:pt idx="60">
                  <c:v>44622</c:v>
                </c:pt>
                <c:pt idx="61">
                  <c:v>44623</c:v>
                </c:pt>
                <c:pt idx="62">
                  <c:v>44624</c:v>
                </c:pt>
                <c:pt idx="63">
                  <c:v>44625</c:v>
                </c:pt>
                <c:pt idx="64">
                  <c:v>44626</c:v>
                </c:pt>
                <c:pt idx="65">
                  <c:v>44627</c:v>
                </c:pt>
                <c:pt idx="66">
                  <c:v>44628</c:v>
                </c:pt>
                <c:pt idx="67">
                  <c:v>44629</c:v>
                </c:pt>
                <c:pt idx="68">
                  <c:v>44630</c:v>
                </c:pt>
                <c:pt idx="69">
                  <c:v>44631</c:v>
                </c:pt>
                <c:pt idx="70">
                  <c:v>44632</c:v>
                </c:pt>
                <c:pt idx="71">
                  <c:v>44633</c:v>
                </c:pt>
                <c:pt idx="72">
                  <c:v>44634</c:v>
                </c:pt>
                <c:pt idx="73">
                  <c:v>44635</c:v>
                </c:pt>
                <c:pt idx="74">
                  <c:v>44636</c:v>
                </c:pt>
                <c:pt idx="75">
                  <c:v>44637</c:v>
                </c:pt>
                <c:pt idx="76">
                  <c:v>44638</c:v>
                </c:pt>
                <c:pt idx="77">
                  <c:v>44639</c:v>
                </c:pt>
                <c:pt idx="78">
                  <c:v>44640</c:v>
                </c:pt>
                <c:pt idx="79">
                  <c:v>44641</c:v>
                </c:pt>
                <c:pt idx="80">
                  <c:v>44642</c:v>
                </c:pt>
                <c:pt idx="81">
                  <c:v>44643</c:v>
                </c:pt>
                <c:pt idx="82">
                  <c:v>44644</c:v>
                </c:pt>
                <c:pt idx="83">
                  <c:v>44645</c:v>
                </c:pt>
                <c:pt idx="84">
                  <c:v>44646</c:v>
                </c:pt>
                <c:pt idx="85">
                  <c:v>44647</c:v>
                </c:pt>
                <c:pt idx="86">
                  <c:v>44648</c:v>
                </c:pt>
                <c:pt idx="87">
                  <c:v>44649</c:v>
                </c:pt>
                <c:pt idx="88">
                  <c:v>44650</c:v>
                </c:pt>
                <c:pt idx="89">
                  <c:v>44651</c:v>
                </c:pt>
                <c:pt idx="90">
                  <c:v>44652</c:v>
                </c:pt>
                <c:pt idx="91">
                  <c:v>44653</c:v>
                </c:pt>
                <c:pt idx="92">
                  <c:v>44654</c:v>
                </c:pt>
                <c:pt idx="93">
                  <c:v>44655</c:v>
                </c:pt>
                <c:pt idx="94">
                  <c:v>44656</c:v>
                </c:pt>
                <c:pt idx="95">
                  <c:v>44657</c:v>
                </c:pt>
                <c:pt idx="96">
                  <c:v>44658</c:v>
                </c:pt>
                <c:pt idx="97">
                  <c:v>44659</c:v>
                </c:pt>
                <c:pt idx="98">
                  <c:v>44660</c:v>
                </c:pt>
                <c:pt idx="99">
                  <c:v>44661</c:v>
                </c:pt>
                <c:pt idx="100">
                  <c:v>44662</c:v>
                </c:pt>
                <c:pt idx="101">
                  <c:v>44663</c:v>
                </c:pt>
                <c:pt idx="102">
                  <c:v>44664</c:v>
                </c:pt>
                <c:pt idx="103">
                  <c:v>44665</c:v>
                </c:pt>
                <c:pt idx="104">
                  <c:v>44666</c:v>
                </c:pt>
                <c:pt idx="105">
                  <c:v>44667</c:v>
                </c:pt>
                <c:pt idx="106">
                  <c:v>44668</c:v>
                </c:pt>
                <c:pt idx="107">
                  <c:v>44669</c:v>
                </c:pt>
                <c:pt idx="108">
                  <c:v>44670</c:v>
                </c:pt>
                <c:pt idx="109">
                  <c:v>44671</c:v>
                </c:pt>
                <c:pt idx="110">
                  <c:v>44672</c:v>
                </c:pt>
                <c:pt idx="111">
                  <c:v>44673</c:v>
                </c:pt>
                <c:pt idx="112">
                  <c:v>44674</c:v>
                </c:pt>
                <c:pt idx="113">
                  <c:v>44675</c:v>
                </c:pt>
                <c:pt idx="114">
                  <c:v>44676</c:v>
                </c:pt>
                <c:pt idx="115">
                  <c:v>44677</c:v>
                </c:pt>
                <c:pt idx="116">
                  <c:v>44678</c:v>
                </c:pt>
                <c:pt idx="117">
                  <c:v>44679</c:v>
                </c:pt>
                <c:pt idx="118">
                  <c:v>44680</c:v>
                </c:pt>
                <c:pt idx="119">
                  <c:v>44681</c:v>
                </c:pt>
                <c:pt idx="120">
                  <c:v>44682</c:v>
                </c:pt>
                <c:pt idx="121">
                  <c:v>44683</c:v>
                </c:pt>
                <c:pt idx="122">
                  <c:v>44684</c:v>
                </c:pt>
                <c:pt idx="123">
                  <c:v>44685</c:v>
                </c:pt>
                <c:pt idx="124">
                  <c:v>44686</c:v>
                </c:pt>
                <c:pt idx="125">
                  <c:v>44687</c:v>
                </c:pt>
                <c:pt idx="126">
                  <c:v>44688</c:v>
                </c:pt>
                <c:pt idx="127">
                  <c:v>44689</c:v>
                </c:pt>
                <c:pt idx="128">
                  <c:v>44690</c:v>
                </c:pt>
                <c:pt idx="129">
                  <c:v>44691</c:v>
                </c:pt>
                <c:pt idx="130">
                  <c:v>44692</c:v>
                </c:pt>
                <c:pt idx="131">
                  <c:v>44693</c:v>
                </c:pt>
                <c:pt idx="132">
                  <c:v>44694</c:v>
                </c:pt>
                <c:pt idx="133">
                  <c:v>44695</c:v>
                </c:pt>
                <c:pt idx="134">
                  <c:v>44696</c:v>
                </c:pt>
                <c:pt idx="135">
                  <c:v>44697</c:v>
                </c:pt>
                <c:pt idx="136">
                  <c:v>44698</c:v>
                </c:pt>
                <c:pt idx="137">
                  <c:v>44699</c:v>
                </c:pt>
                <c:pt idx="138">
                  <c:v>44700</c:v>
                </c:pt>
                <c:pt idx="139">
                  <c:v>44701</c:v>
                </c:pt>
                <c:pt idx="140">
                  <c:v>44702</c:v>
                </c:pt>
                <c:pt idx="141">
                  <c:v>44703</c:v>
                </c:pt>
                <c:pt idx="142">
                  <c:v>44704</c:v>
                </c:pt>
                <c:pt idx="143">
                  <c:v>44705</c:v>
                </c:pt>
                <c:pt idx="144">
                  <c:v>44706</c:v>
                </c:pt>
                <c:pt idx="145">
                  <c:v>44707</c:v>
                </c:pt>
                <c:pt idx="146">
                  <c:v>44708</c:v>
                </c:pt>
                <c:pt idx="147">
                  <c:v>44709</c:v>
                </c:pt>
                <c:pt idx="148">
                  <c:v>44710</c:v>
                </c:pt>
                <c:pt idx="149">
                  <c:v>44711</c:v>
                </c:pt>
                <c:pt idx="150">
                  <c:v>44712</c:v>
                </c:pt>
                <c:pt idx="151">
                  <c:v>44713</c:v>
                </c:pt>
                <c:pt idx="152">
                  <c:v>44714</c:v>
                </c:pt>
                <c:pt idx="153">
                  <c:v>44715</c:v>
                </c:pt>
                <c:pt idx="154">
                  <c:v>44716</c:v>
                </c:pt>
                <c:pt idx="155">
                  <c:v>44717</c:v>
                </c:pt>
                <c:pt idx="156">
                  <c:v>44718</c:v>
                </c:pt>
                <c:pt idx="157">
                  <c:v>44719</c:v>
                </c:pt>
                <c:pt idx="158">
                  <c:v>44720</c:v>
                </c:pt>
                <c:pt idx="159">
                  <c:v>44721</c:v>
                </c:pt>
                <c:pt idx="160">
                  <c:v>44722</c:v>
                </c:pt>
                <c:pt idx="161">
                  <c:v>44723</c:v>
                </c:pt>
                <c:pt idx="162">
                  <c:v>44724</c:v>
                </c:pt>
                <c:pt idx="163">
                  <c:v>44725</c:v>
                </c:pt>
                <c:pt idx="164">
                  <c:v>44726</c:v>
                </c:pt>
                <c:pt idx="165">
                  <c:v>44727</c:v>
                </c:pt>
                <c:pt idx="166">
                  <c:v>44728</c:v>
                </c:pt>
                <c:pt idx="167">
                  <c:v>44729</c:v>
                </c:pt>
                <c:pt idx="168">
                  <c:v>44730</c:v>
                </c:pt>
                <c:pt idx="169">
                  <c:v>44731</c:v>
                </c:pt>
                <c:pt idx="170">
                  <c:v>44732</c:v>
                </c:pt>
                <c:pt idx="171">
                  <c:v>44733</c:v>
                </c:pt>
                <c:pt idx="172">
                  <c:v>44734</c:v>
                </c:pt>
                <c:pt idx="173">
                  <c:v>44735</c:v>
                </c:pt>
                <c:pt idx="174">
                  <c:v>44736</c:v>
                </c:pt>
                <c:pt idx="175">
                  <c:v>44737</c:v>
                </c:pt>
                <c:pt idx="176">
                  <c:v>44738</c:v>
                </c:pt>
                <c:pt idx="177">
                  <c:v>44739</c:v>
                </c:pt>
                <c:pt idx="178">
                  <c:v>44740</c:v>
                </c:pt>
                <c:pt idx="179">
                  <c:v>44741</c:v>
                </c:pt>
                <c:pt idx="180">
                  <c:v>44742</c:v>
                </c:pt>
                <c:pt idx="181">
                  <c:v>44743</c:v>
                </c:pt>
                <c:pt idx="182">
                  <c:v>44744</c:v>
                </c:pt>
                <c:pt idx="183">
                  <c:v>44745</c:v>
                </c:pt>
                <c:pt idx="184">
                  <c:v>44746</c:v>
                </c:pt>
                <c:pt idx="185">
                  <c:v>44747</c:v>
                </c:pt>
                <c:pt idx="186">
                  <c:v>44748</c:v>
                </c:pt>
                <c:pt idx="187">
                  <c:v>44749</c:v>
                </c:pt>
                <c:pt idx="188">
                  <c:v>44750</c:v>
                </c:pt>
                <c:pt idx="189">
                  <c:v>44751</c:v>
                </c:pt>
                <c:pt idx="190">
                  <c:v>44752</c:v>
                </c:pt>
                <c:pt idx="191">
                  <c:v>44753</c:v>
                </c:pt>
                <c:pt idx="192">
                  <c:v>44754</c:v>
                </c:pt>
                <c:pt idx="193">
                  <c:v>44755</c:v>
                </c:pt>
                <c:pt idx="194">
                  <c:v>44756</c:v>
                </c:pt>
                <c:pt idx="195">
                  <c:v>44757</c:v>
                </c:pt>
                <c:pt idx="196">
                  <c:v>44758</c:v>
                </c:pt>
                <c:pt idx="197">
                  <c:v>44759</c:v>
                </c:pt>
                <c:pt idx="198">
                  <c:v>44760</c:v>
                </c:pt>
                <c:pt idx="199">
                  <c:v>44761</c:v>
                </c:pt>
                <c:pt idx="200">
                  <c:v>44762</c:v>
                </c:pt>
                <c:pt idx="201">
                  <c:v>44763</c:v>
                </c:pt>
                <c:pt idx="202">
                  <c:v>44764</c:v>
                </c:pt>
                <c:pt idx="203">
                  <c:v>44765</c:v>
                </c:pt>
                <c:pt idx="204">
                  <c:v>44766</c:v>
                </c:pt>
                <c:pt idx="205">
                  <c:v>44767</c:v>
                </c:pt>
                <c:pt idx="206">
                  <c:v>44768</c:v>
                </c:pt>
                <c:pt idx="207">
                  <c:v>44769</c:v>
                </c:pt>
                <c:pt idx="208">
                  <c:v>44770</c:v>
                </c:pt>
                <c:pt idx="209">
                  <c:v>44771</c:v>
                </c:pt>
                <c:pt idx="210">
                  <c:v>44772</c:v>
                </c:pt>
                <c:pt idx="211">
                  <c:v>44773</c:v>
                </c:pt>
                <c:pt idx="212">
                  <c:v>44774</c:v>
                </c:pt>
                <c:pt idx="213">
                  <c:v>44775</c:v>
                </c:pt>
                <c:pt idx="214">
                  <c:v>44776</c:v>
                </c:pt>
                <c:pt idx="215">
                  <c:v>44777</c:v>
                </c:pt>
                <c:pt idx="216">
                  <c:v>44778</c:v>
                </c:pt>
                <c:pt idx="217">
                  <c:v>44779</c:v>
                </c:pt>
                <c:pt idx="218">
                  <c:v>44780</c:v>
                </c:pt>
                <c:pt idx="219">
                  <c:v>44781</c:v>
                </c:pt>
                <c:pt idx="220">
                  <c:v>44782</c:v>
                </c:pt>
                <c:pt idx="221">
                  <c:v>44783</c:v>
                </c:pt>
                <c:pt idx="222">
                  <c:v>44784</c:v>
                </c:pt>
                <c:pt idx="223">
                  <c:v>44785</c:v>
                </c:pt>
                <c:pt idx="224">
                  <c:v>44786</c:v>
                </c:pt>
                <c:pt idx="225">
                  <c:v>44787</c:v>
                </c:pt>
                <c:pt idx="226">
                  <c:v>44788</c:v>
                </c:pt>
                <c:pt idx="227">
                  <c:v>44789</c:v>
                </c:pt>
                <c:pt idx="228">
                  <c:v>44790</c:v>
                </c:pt>
                <c:pt idx="229">
                  <c:v>44791</c:v>
                </c:pt>
                <c:pt idx="230">
                  <c:v>44792</c:v>
                </c:pt>
                <c:pt idx="231">
                  <c:v>44793</c:v>
                </c:pt>
                <c:pt idx="232">
                  <c:v>44794</c:v>
                </c:pt>
                <c:pt idx="233">
                  <c:v>44795</c:v>
                </c:pt>
                <c:pt idx="234">
                  <c:v>44796</c:v>
                </c:pt>
                <c:pt idx="235">
                  <c:v>44797</c:v>
                </c:pt>
                <c:pt idx="236">
                  <c:v>44798</c:v>
                </c:pt>
                <c:pt idx="237">
                  <c:v>44799</c:v>
                </c:pt>
                <c:pt idx="238">
                  <c:v>44800</c:v>
                </c:pt>
                <c:pt idx="239">
                  <c:v>44801</c:v>
                </c:pt>
                <c:pt idx="240">
                  <c:v>44802</c:v>
                </c:pt>
                <c:pt idx="241">
                  <c:v>44803</c:v>
                </c:pt>
                <c:pt idx="242">
                  <c:v>44804</c:v>
                </c:pt>
                <c:pt idx="243">
                  <c:v>44805</c:v>
                </c:pt>
                <c:pt idx="244">
                  <c:v>44806</c:v>
                </c:pt>
                <c:pt idx="245">
                  <c:v>44807</c:v>
                </c:pt>
                <c:pt idx="246">
                  <c:v>44808</c:v>
                </c:pt>
                <c:pt idx="247">
                  <c:v>44809</c:v>
                </c:pt>
                <c:pt idx="248">
                  <c:v>44810</c:v>
                </c:pt>
                <c:pt idx="249">
                  <c:v>44811</c:v>
                </c:pt>
                <c:pt idx="250">
                  <c:v>44812</c:v>
                </c:pt>
                <c:pt idx="251">
                  <c:v>44813</c:v>
                </c:pt>
                <c:pt idx="252">
                  <c:v>44814</c:v>
                </c:pt>
                <c:pt idx="253">
                  <c:v>44815</c:v>
                </c:pt>
                <c:pt idx="254">
                  <c:v>44816</c:v>
                </c:pt>
                <c:pt idx="255">
                  <c:v>44817</c:v>
                </c:pt>
                <c:pt idx="256">
                  <c:v>44818</c:v>
                </c:pt>
                <c:pt idx="257">
                  <c:v>44819</c:v>
                </c:pt>
                <c:pt idx="258">
                  <c:v>44820</c:v>
                </c:pt>
                <c:pt idx="259">
                  <c:v>44821</c:v>
                </c:pt>
                <c:pt idx="260">
                  <c:v>44822</c:v>
                </c:pt>
                <c:pt idx="261">
                  <c:v>44823</c:v>
                </c:pt>
                <c:pt idx="262">
                  <c:v>44824</c:v>
                </c:pt>
                <c:pt idx="263">
                  <c:v>44825</c:v>
                </c:pt>
                <c:pt idx="264">
                  <c:v>44826</c:v>
                </c:pt>
                <c:pt idx="265">
                  <c:v>44827</c:v>
                </c:pt>
                <c:pt idx="266">
                  <c:v>44828</c:v>
                </c:pt>
                <c:pt idx="267">
                  <c:v>44829</c:v>
                </c:pt>
                <c:pt idx="268">
                  <c:v>44830</c:v>
                </c:pt>
                <c:pt idx="269">
                  <c:v>44831</c:v>
                </c:pt>
                <c:pt idx="270">
                  <c:v>44832</c:v>
                </c:pt>
                <c:pt idx="271">
                  <c:v>44833</c:v>
                </c:pt>
                <c:pt idx="272">
                  <c:v>44834</c:v>
                </c:pt>
              </c:numCache>
            </c:numRef>
          </c:cat>
          <c:val>
            <c:numRef>
              <c:f>paid!$J$2:$J$274</c:f>
              <c:numCache>
                <c:formatCode>0</c:formatCode>
                <c:ptCount val="273"/>
                <c:pt idx="0">
                  <c:v>20</c:v>
                </c:pt>
                <c:pt idx="1">
                  <c:v>47</c:v>
                </c:pt>
                <c:pt idx="2">
                  <c:v>88</c:v>
                </c:pt>
                <c:pt idx="3">
                  <c:v>115</c:v>
                </c:pt>
                <c:pt idx="4">
                  <c:v>164</c:v>
                </c:pt>
                <c:pt idx="5">
                  <c:v>231</c:v>
                </c:pt>
                <c:pt idx="6">
                  <c:v>276</c:v>
                </c:pt>
                <c:pt idx="7">
                  <c:v>301</c:v>
                </c:pt>
                <c:pt idx="8">
                  <c:v>322</c:v>
                </c:pt>
                <c:pt idx="9">
                  <c:v>365</c:v>
                </c:pt>
                <c:pt idx="10">
                  <c:v>418</c:v>
                </c:pt>
                <c:pt idx="11">
                  <c:v>470</c:v>
                </c:pt>
                <c:pt idx="12">
                  <c:v>523</c:v>
                </c:pt>
                <c:pt idx="13">
                  <c:v>570</c:v>
                </c:pt>
                <c:pt idx="14">
                  <c:v>598</c:v>
                </c:pt>
                <c:pt idx="15">
                  <c:v>632</c:v>
                </c:pt>
                <c:pt idx="16">
                  <c:v>684</c:v>
                </c:pt>
                <c:pt idx="17">
                  <c:v>740</c:v>
                </c:pt>
                <c:pt idx="18">
                  <c:v>804</c:v>
                </c:pt>
                <c:pt idx="19">
                  <c:v>899</c:v>
                </c:pt>
                <c:pt idx="20">
                  <c:v>930</c:v>
                </c:pt>
                <c:pt idx="21">
                  <c:v>951</c:v>
                </c:pt>
                <c:pt idx="22">
                  <c:v>986</c:v>
                </c:pt>
                <c:pt idx="23">
                  <c:v>1038</c:v>
                </c:pt>
                <c:pt idx="24">
                  <c:v>1110</c:v>
                </c:pt>
                <c:pt idx="25">
                  <c:v>1154</c:v>
                </c:pt>
                <c:pt idx="26">
                  <c:v>1216</c:v>
                </c:pt>
                <c:pt idx="27">
                  <c:v>1261</c:v>
                </c:pt>
                <c:pt idx="28">
                  <c:v>1303</c:v>
                </c:pt>
                <c:pt idx="29">
                  <c:v>1341</c:v>
                </c:pt>
                <c:pt idx="30">
                  <c:v>1379</c:v>
                </c:pt>
                <c:pt idx="31">
                  <c:v>1426</c:v>
                </c:pt>
                <c:pt idx="32">
                  <c:v>1477</c:v>
                </c:pt>
                <c:pt idx="33">
                  <c:v>1529</c:v>
                </c:pt>
                <c:pt idx="34">
                  <c:v>1565</c:v>
                </c:pt>
                <c:pt idx="35">
                  <c:v>1592</c:v>
                </c:pt>
                <c:pt idx="36">
                  <c:v>1634</c:v>
                </c:pt>
                <c:pt idx="37">
                  <c:v>1682</c:v>
                </c:pt>
                <c:pt idx="38">
                  <c:v>1744</c:v>
                </c:pt>
                <c:pt idx="39">
                  <c:v>1805</c:v>
                </c:pt>
                <c:pt idx="40">
                  <c:v>1882</c:v>
                </c:pt>
                <c:pt idx="41">
                  <c:v>1931</c:v>
                </c:pt>
                <c:pt idx="42">
                  <c:v>1962</c:v>
                </c:pt>
                <c:pt idx="43">
                  <c:v>1998</c:v>
                </c:pt>
                <c:pt idx="44">
                  <c:v>2050</c:v>
                </c:pt>
                <c:pt idx="45">
                  <c:v>2104</c:v>
                </c:pt>
                <c:pt idx="46">
                  <c:v>2166</c:v>
                </c:pt>
                <c:pt idx="47">
                  <c:v>2219</c:v>
                </c:pt>
                <c:pt idx="48">
                  <c:v>2272</c:v>
                </c:pt>
                <c:pt idx="49">
                  <c:v>2297</c:v>
                </c:pt>
                <c:pt idx="50">
                  <c:v>2334</c:v>
                </c:pt>
                <c:pt idx="51">
                  <c:v>2397</c:v>
                </c:pt>
                <c:pt idx="52">
                  <c:v>2443</c:v>
                </c:pt>
                <c:pt idx="53">
                  <c:v>2500</c:v>
                </c:pt>
                <c:pt idx="54">
                  <c:v>2598</c:v>
                </c:pt>
                <c:pt idx="55">
                  <c:v>2641</c:v>
                </c:pt>
                <c:pt idx="56">
                  <c:v>2656</c:v>
                </c:pt>
                <c:pt idx="57">
                  <c:v>2707</c:v>
                </c:pt>
                <c:pt idx="58">
                  <c:v>2765</c:v>
                </c:pt>
                <c:pt idx="59">
                  <c:v>2822</c:v>
                </c:pt>
                <c:pt idx="60">
                  <c:v>2872</c:v>
                </c:pt>
                <c:pt idx="61">
                  <c:v>2918</c:v>
                </c:pt>
                <c:pt idx="62">
                  <c:v>2978</c:v>
                </c:pt>
                <c:pt idx="63">
                  <c:v>3015</c:v>
                </c:pt>
                <c:pt idx="64">
                  <c:v>3059</c:v>
                </c:pt>
                <c:pt idx="65">
                  <c:v>3127</c:v>
                </c:pt>
                <c:pt idx="66">
                  <c:v>3193</c:v>
                </c:pt>
                <c:pt idx="67">
                  <c:v>3271</c:v>
                </c:pt>
                <c:pt idx="68">
                  <c:v>3348</c:v>
                </c:pt>
                <c:pt idx="69">
                  <c:v>3416</c:v>
                </c:pt>
                <c:pt idx="70">
                  <c:v>3439</c:v>
                </c:pt>
                <c:pt idx="71">
                  <c:v>3467</c:v>
                </c:pt>
                <c:pt idx="72">
                  <c:v>3537</c:v>
                </c:pt>
                <c:pt idx="73">
                  <c:v>3603</c:v>
                </c:pt>
                <c:pt idx="74">
                  <c:v>3683</c:v>
                </c:pt>
                <c:pt idx="75">
                  <c:v>3748</c:v>
                </c:pt>
                <c:pt idx="76">
                  <c:v>3824</c:v>
                </c:pt>
                <c:pt idx="77">
                  <c:v>3845</c:v>
                </c:pt>
                <c:pt idx="78">
                  <c:v>3872</c:v>
                </c:pt>
                <c:pt idx="79">
                  <c:v>3943</c:v>
                </c:pt>
                <c:pt idx="80">
                  <c:v>4020</c:v>
                </c:pt>
                <c:pt idx="81">
                  <c:v>4098</c:v>
                </c:pt>
                <c:pt idx="82">
                  <c:v>4174</c:v>
                </c:pt>
                <c:pt idx="83">
                  <c:v>4251</c:v>
                </c:pt>
                <c:pt idx="84">
                  <c:v>4296</c:v>
                </c:pt>
                <c:pt idx="85">
                  <c:v>4330</c:v>
                </c:pt>
                <c:pt idx="86">
                  <c:v>4394</c:v>
                </c:pt>
                <c:pt idx="87">
                  <c:v>4459</c:v>
                </c:pt>
                <c:pt idx="88">
                  <c:v>4545</c:v>
                </c:pt>
                <c:pt idx="89">
                  <c:v>4586</c:v>
                </c:pt>
                <c:pt idx="90">
                  <c:v>4634</c:v>
                </c:pt>
                <c:pt idx="91">
                  <c:v>4656</c:v>
                </c:pt>
                <c:pt idx="92">
                  <c:v>4704</c:v>
                </c:pt>
                <c:pt idx="93">
                  <c:v>4765</c:v>
                </c:pt>
                <c:pt idx="94">
                  <c:v>4822</c:v>
                </c:pt>
                <c:pt idx="95">
                  <c:v>4875</c:v>
                </c:pt>
                <c:pt idx="96">
                  <c:v>4935</c:v>
                </c:pt>
                <c:pt idx="97">
                  <c:v>4980</c:v>
                </c:pt>
                <c:pt idx="98">
                  <c:v>4995</c:v>
                </c:pt>
                <c:pt idx="99">
                  <c:v>5024</c:v>
                </c:pt>
                <c:pt idx="100">
                  <c:v>5080</c:v>
                </c:pt>
                <c:pt idx="101">
                  <c:v>5134</c:v>
                </c:pt>
                <c:pt idx="102">
                  <c:v>5189</c:v>
                </c:pt>
                <c:pt idx="103">
                  <c:v>5231</c:v>
                </c:pt>
                <c:pt idx="104">
                  <c:v>5274</c:v>
                </c:pt>
                <c:pt idx="105">
                  <c:v>5292</c:v>
                </c:pt>
                <c:pt idx="106">
                  <c:v>5322</c:v>
                </c:pt>
                <c:pt idx="107">
                  <c:v>5356</c:v>
                </c:pt>
                <c:pt idx="108">
                  <c:v>5409</c:v>
                </c:pt>
                <c:pt idx="109">
                  <c:v>5466</c:v>
                </c:pt>
                <c:pt idx="110">
                  <c:v>5933</c:v>
                </c:pt>
                <c:pt idx="111">
                  <c:v>5983</c:v>
                </c:pt>
                <c:pt idx="112">
                  <c:v>6022</c:v>
                </c:pt>
                <c:pt idx="113">
                  <c:v>6052</c:v>
                </c:pt>
                <c:pt idx="114">
                  <c:v>6109</c:v>
                </c:pt>
                <c:pt idx="115">
                  <c:v>6196</c:v>
                </c:pt>
                <c:pt idx="116">
                  <c:v>6262</c:v>
                </c:pt>
                <c:pt idx="117">
                  <c:v>6305</c:v>
                </c:pt>
                <c:pt idx="118">
                  <c:v>6365</c:v>
                </c:pt>
                <c:pt idx="119">
                  <c:v>6386</c:v>
                </c:pt>
                <c:pt idx="120">
                  <c:v>6433</c:v>
                </c:pt>
                <c:pt idx="121">
                  <c:v>6467</c:v>
                </c:pt>
                <c:pt idx="122">
                  <c:v>6526</c:v>
                </c:pt>
                <c:pt idx="123">
                  <c:v>6597</c:v>
                </c:pt>
                <c:pt idx="124">
                  <c:v>6669</c:v>
                </c:pt>
                <c:pt idx="125">
                  <c:v>6721</c:v>
                </c:pt>
                <c:pt idx="126">
                  <c:v>6749</c:v>
                </c:pt>
                <c:pt idx="127">
                  <c:v>6779</c:v>
                </c:pt>
                <c:pt idx="128">
                  <c:v>6848</c:v>
                </c:pt>
                <c:pt idx="129">
                  <c:v>6916</c:v>
                </c:pt>
                <c:pt idx="130">
                  <c:v>7731</c:v>
                </c:pt>
                <c:pt idx="131">
                  <c:v>7822</c:v>
                </c:pt>
                <c:pt idx="132">
                  <c:v>7879</c:v>
                </c:pt>
                <c:pt idx="133">
                  <c:v>7918</c:v>
                </c:pt>
                <c:pt idx="134">
                  <c:v>7973</c:v>
                </c:pt>
                <c:pt idx="135">
                  <c:v>8060</c:v>
                </c:pt>
                <c:pt idx="136">
                  <c:v>8126</c:v>
                </c:pt>
                <c:pt idx="137">
                  <c:v>8236</c:v>
                </c:pt>
                <c:pt idx="138">
                  <c:v>8309</c:v>
                </c:pt>
                <c:pt idx="139">
                  <c:v>8352</c:v>
                </c:pt>
                <c:pt idx="140">
                  <c:v>8378</c:v>
                </c:pt>
                <c:pt idx="141">
                  <c:v>8409</c:v>
                </c:pt>
                <c:pt idx="142">
                  <c:v>8464</c:v>
                </c:pt>
                <c:pt idx="143">
                  <c:v>8534</c:v>
                </c:pt>
                <c:pt idx="144">
                  <c:v>8625</c:v>
                </c:pt>
                <c:pt idx="145">
                  <c:v>8684</c:v>
                </c:pt>
                <c:pt idx="146">
                  <c:v>8769</c:v>
                </c:pt>
                <c:pt idx="147">
                  <c:v>8799</c:v>
                </c:pt>
                <c:pt idx="148">
                  <c:v>8832</c:v>
                </c:pt>
                <c:pt idx="149">
                  <c:v>8897</c:v>
                </c:pt>
                <c:pt idx="150">
                  <c:v>8957</c:v>
                </c:pt>
                <c:pt idx="151">
                  <c:v>9022</c:v>
                </c:pt>
                <c:pt idx="152">
                  <c:v>9093</c:v>
                </c:pt>
                <c:pt idx="153">
                  <c:v>9146</c:v>
                </c:pt>
                <c:pt idx="154">
                  <c:v>9164</c:v>
                </c:pt>
                <c:pt idx="155">
                  <c:v>9199</c:v>
                </c:pt>
                <c:pt idx="156">
                  <c:v>9265</c:v>
                </c:pt>
                <c:pt idx="157">
                  <c:v>9351</c:v>
                </c:pt>
                <c:pt idx="158">
                  <c:v>9399</c:v>
                </c:pt>
                <c:pt idx="159">
                  <c:v>9467</c:v>
                </c:pt>
                <c:pt idx="160">
                  <c:v>9533</c:v>
                </c:pt>
                <c:pt idx="161">
                  <c:v>9555</c:v>
                </c:pt>
                <c:pt idx="162">
                  <c:v>9596</c:v>
                </c:pt>
                <c:pt idx="163">
                  <c:v>9654</c:v>
                </c:pt>
                <c:pt idx="164">
                  <c:v>9711</c:v>
                </c:pt>
                <c:pt idx="165">
                  <c:v>9776</c:v>
                </c:pt>
                <c:pt idx="166">
                  <c:v>9851</c:v>
                </c:pt>
                <c:pt idx="167">
                  <c:v>9893</c:v>
                </c:pt>
                <c:pt idx="168">
                  <c:v>9906</c:v>
                </c:pt>
                <c:pt idx="169">
                  <c:v>9935</c:v>
                </c:pt>
                <c:pt idx="170">
                  <c:v>9989</c:v>
                </c:pt>
                <c:pt idx="171">
                  <c:v>10095</c:v>
                </c:pt>
                <c:pt idx="172">
                  <c:v>10166</c:v>
                </c:pt>
                <c:pt idx="173">
                  <c:v>10239</c:v>
                </c:pt>
                <c:pt idx="174">
                  <c:v>10297</c:v>
                </c:pt>
                <c:pt idx="175">
                  <c:v>10320</c:v>
                </c:pt>
                <c:pt idx="176">
                  <c:v>10361</c:v>
                </c:pt>
                <c:pt idx="177">
                  <c:v>10422</c:v>
                </c:pt>
                <c:pt idx="178">
                  <c:v>10542</c:v>
                </c:pt>
                <c:pt idx="179">
                  <c:v>10627</c:v>
                </c:pt>
                <c:pt idx="180">
                  <c:v>10701</c:v>
                </c:pt>
                <c:pt idx="181">
                  <c:v>10764</c:v>
                </c:pt>
                <c:pt idx="182">
                  <c:v>10776</c:v>
                </c:pt>
                <c:pt idx="183">
                  <c:v>10795</c:v>
                </c:pt>
                <c:pt idx="184">
                  <c:v>10867</c:v>
                </c:pt>
                <c:pt idx="185">
                  <c:v>10933</c:v>
                </c:pt>
                <c:pt idx="186">
                  <c:v>10998</c:v>
                </c:pt>
                <c:pt idx="187">
                  <c:v>11061</c:v>
                </c:pt>
                <c:pt idx="188">
                  <c:v>11121</c:v>
                </c:pt>
                <c:pt idx="189">
                  <c:v>11137</c:v>
                </c:pt>
                <c:pt idx="190">
                  <c:v>11175</c:v>
                </c:pt>
                <c:pt idx="191">
                  <c:v>11248</c:v>
                </c:pt>
                <c:pt idx="192">
                  <c:v>11311</c:v>
                </c:pt>
                <c:pt idx="193">
                  <c:v>11383</c:v>
                </c:pt>
                <c:pt idx="194">
                  <c:v>11448</c:v>
                </c:pt>
                <c:pt idx="195">
                  <c:v>11481</c:v>
                </c:pt>
                <c:pt idx="196">
                  <c:v>11503</c:v>
                </c:pt>
                <c:pt idx="197">
                  <c:v>11534</c:v>
                </c:pt>
                <c:pt idx="198">
                  <c:v>11601</c:v>
                </c:pt>
                <c:pt idx="199">
                  <c:v>11654</c:v>
                </c:pt>
                <c:pt idx="200">
                  <c:v>11714</c:v>
                </c:pt>
                <c:pt idx="201">
                  <c:v>11772</c:v>
                </c:pt>
                <c:pt idx="202">
                  <c:v>11828</c:v>
                </c:pt>
                <c:pt idx="203">
                  <c:v>11853</c:v>
                </c:pt>
                <c:pt idx="204">
                  <c:v>11882</c:v>
                </c:pt>
                <c:pt idx="205">
                  <c:v>11936</c:v>
                </c:pt>
                <c:pt idx="206">
                  <c:v>11995</c:v>
                </c:pt>
                <c:pt idx="207">
                  <c:v>12068</c:v>
                </c:pt>
                <c:pt idx="208">
                  <c:v>12141</c:v>
                </c:pt>
                <c:pt idx="209">
                  <c:v>12171</c:v>
                </c:pt>
                <c:pt idx="210">
                  <c:v>12206</c:v>
                </c:pt>
                <c:pt idx="211">
                  <c:v>12239</c:v>
                </c:pt>
                <c:pt idx="212">
                  <c:v>12317</c:v>
                </c:pt>
                <c:pt idx="213">
                  <c:v>12380</c:v>
                </c:pt>
                <c:pt idx="214">
                  <c:v>12445</c:v>
                </c:pt>
                <c:pt idx="215">
                  <c:v>12503</c:v>
                </c:pt>
                <c:pt idx="216">
                  <c:v>12566</c:v>
                </c:pt>
                <c:pt idx="217">
                  <c:v>12589</c:v>
                </c:pt>
                <c:pt idx="218">
                  <c:v>12610</c:v>
                </c:pt>
                <c:pt idx="219">
                  <c:v>12656</c:v>
                </c:pt>
                <c:pt idx="220">
                  <c:v>12689</c:v>
                </c:pt>
                <c:pt idx="221">
                  <c:v>12772</c:v>
                </c:pt>
                <c:pt idx="222">
                  <c:v>12842</c:v>
                </c:pt>
                <c:pt idx="223">
                  <c:v>12886</c:v>
                </c:pt>
                <c:pt idx="224">
                  <c:v>12919</c:v>
                </c:pt>
                <c:pt idx="225">
                  <c:v>12950</c:v>
                </c:pt>
                <c:pt idx="226">
                  <c:v>13016</c:v>
                </c:pt>
                <c:pt idx="227">
                  <c:v>13076</c:v>
                </c:pt>
                <c:pt idx="228">
                  <c:v>13180</c:v>
                </c:pt>
                <c:pt idx="229">
                  <c:v>13274</c:v>
                </c:pt>
                <c:pt idx="230">
                  <c:v>13340</c:v>
                </c:pt>
                <c:pt idx="231">
                  <c:v>13384</c:v>
                </c:pt>
                <c:pt idx="232">
                  <c:v>13424</c:v>
                </c:pt>
                <c:pt idx="233">
                  <c:v>13495</c:v>
                </c:pt>
                <c:pt idx="234">
                  <c:v>13564</c:v>
                </c:pt>
                <c:pt idx="235">
                  <c:v>13625</c:v>
                </c:pt>
                <c:pt idx="236">
                  <c:v>13672</c:v>
                </c:pt>
                <c:pt idx="237">
                  <c:v>13716</c:v>
                </c:pt>
                <c:pt idx="238">
                  <c:v>13746</c:v>
                </c:pt>
                <c:pt idx="239">
                  <c:v>13774</c:v>
                </c:pt>
                <c:pt idx="240">
                  <c:v>13825</c:v>
                </c:pt>
                <c:pt idx="241">
                  <c:v>13894</c:v>
                </c:pt>
                <c:pt idx="242">
                  <c:v>13941</c:v>
                </c:pt>
                <c:pt idx="243">
                  <c:v>14000</c:v>
                </c:pt>
                <c:pt idx="244">
                  <c:v>14049</c:v>
                </c:pt>
                <c:pt idx="245">
                  <c:v>14077</c:v>
                </c:pt>
                <c:pt idx="246">
                  <c:v>14119</c:v>
                </c:pt>
                <c:pt idx="247">
                  <c:v>14162</c:v>
                </c:pt>
                <c:pt idx="248">
                  <c:v>14211</c:v>
                </c:pt>
                <c:pt idx="249">
                  <c:v>14273</c:v>
                </c:pt>
                <c:pt idx="250">
                  <c:v>14330</c:v>
                </c:pt>
                <c:pt idx="251">
                  <c:v>14373</c:v>
                </c:pt>
                <c:pt idx="252">
                  <c:v>14401</c:v>
                </c:pt>
                <c:pt idx="253">
                  <c:v>14450</c:v>
                </c:pt>
                <c:pt idx="254">
                  <c:v>14508</c:v>
                </c:pt>
                <c:pt idx="255">
                  <c:v>14582</c:v>
                </c:pt>
                <c:pt idx="256">
                  <c:v>14662</c:v>
                </c:pt>
                <c:pt idx="257">
                  <c:v>14724</c:v>
                </c:pt>
                <c:pt idx="258">
                  <c:v>14795</c:v>
                </c:pt>
                <c:pt idx="259">
                  <c:v>14820</c:v>
                </c:pt>
                <c:pt idx="260">
                  <c:v>14861</c:v>
                </c:pt>
                <c:pt idx="261">
                  <c:v>14913</c:v>
                </c:pt>
                <c:pt idx="262">
                  <c:v>14981</c:v>
                </c:pt>
                <c:pt idx="263">
                  <c:v>15042</c:v>
                </c:pt>
                <c:pt idx="264">
                  <c:v>15104</c:v>
                </c:pt>
                <c:pt idx="265">
                  <c:v>15151</c:v>
                </c:pt>
                <c:pt idx="266">
                  <c:v>15173</c:v>
                </c:pt>
                <c:pt idx="267">
                  <c:v>15199</c:v>
                </c:pt>
                <c:pt idx="268">
                  <c:v>15271</c:v>
                </c:pt>
                <c:pt idx="269">
                  <c:v>15338</c:v>
                </c:pt>
                <c:pt idx="270">
                  <c:v>15414</c:v>
                </c:pt>
                <c:pt idx="271">
                  <c:v>15519</c:v>
                </c:pt>
                <c:pt idx="272">
                  <c:v>15612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ADE-4C78-9E2A-7825B9A89E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3882872"/>
        <c:axId val="103881432"/>
      </c:lineChart>
      <c:dateAx>
        <c:axId val="81663370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300" b="0" i="0" u="none" strike="noStrike" kern="1200" baseline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816632984"/>
        <c:crosses val="autoZero"/>
        <c:auto val="0"/>
        <c:lblOffset val="100"/>
        <c:baseTimeUnit val="days"/>
      </c:dateAx>
      <c:valAx>
        <c:axId val="8166329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816633704"/>
        <c:crosses val="autoZero"/>
        <c:crossBetween val="between"/>
      </c:valAx>
      <c:valAx>
        <c:axId val="103881432"/>
        <c:scaling>
          <c:orientation val="minMax"/>
        </c:scaling>
        <c:delete val="0"/>
        <c:axPos val="r"/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03882872"/>
        <c:crosses val="max"/>
        <c:crossBetween val="between"/>
      </c:valAx>
      <c:dateAx>
        <c:axId val="103882872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03881432"/>
        <c:crosses val="autoZero"/>
        <c:auto val="1"/>
        <c:lblOffset val="100"/>
        <c:baseTimeUnit val="days"/>
        <c:majorUnit val="1"/>
        <c:minorUnit val="1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5406570819881797E-2"/>
          <c:y val="4.7851552544634794E-2"/>
          <c:w val="0.85525637671949106"/>
          <c:h val="0.92783644645447094"/>
        </c:manualLayout>
      </c:layout>
      <c:areaChart>
        <c:grouping val="stacked"/>
        <c:varyColors val="0"/>
        <c:ser>
          <c:idx val="0"/>
          <c:order val="0"/>
          <c:tx>
            <c:strRef>
              <c:f>full_web!$J$1</c:f>
              <c:strCache>
                <c:ptCount val="1"/>
                <c:pt idx="0">
                  <c:v>slope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full_web!$B$2:$B$1395</c:f>
              <c:numCache>
                <c:formatCode>m/d/yyyy</c:formatCode>
                <c:ptCount val="1394"/>
                <c:pt idx="0">
                  <c:v>44562</c:v>
                </c:pt>
                <c:pt idx="1">
                  <c:v>44562</c:v>
                </c:pt>
                <c:pt idx="2">
                  <c:v>44562</c:v>
                </c:pt>
                <c:pt idx="3">
                  <c:v>44562</c:v>
                </c:pt>
                <c:pt idx="4">
                  <c:v>44563</c:v>
                </c:pt>
                <c:pt idx="5">
                  <c:v>44563</c:v>
                </c:pt>
                <c:pt idx="6">
                  <c:v>44563</c:v>
                </c:pt>
                <c:pt idx="7">
                  <c:v>44563</c:v>
                </c:pt>
                <c:pt idx="8">
                  <c:v>44564</c:v>
                </c:pt>
                <c:pt idx="9">
                  <c:v>44564</c:v>
                </c:pt>
                <c:pt idx="10">
                  <c:v>44564</c:v>
                </c:pt>
                <c:pt idx="11">
                  <c:v>44564</c:v>
                </c:pt>
                <c:pt idx="12">
                  <c:v>44565</c:v>
                </c:pt>
                <c:pt idx="13">
                  <c:v>44565</c:v>
                </c:pt>
                <c:pt idx="14">
                  <c:v>44565</c:v>
                </c:pt>
                <c:pt idx="15">
                  <c:v>44565</c:v>
                </c:pt>
                <c:pt idx="16">
                  <c:v>44566</c:v>
                </c:pt>
                <c:pt idx="17">
                  <c:v>44566</c:v>
                </c:pt>
                <c:pt idx="18">
                  <c:v>44566</c:v>
                </c:pt>
                <c:pt idx="19">
                  <c:v>44566</c:v>
                </c:pt>
                <c:pt idx="20">
                  <c:v>44567</c:v>
                </c:pt>
                <c:pt idx="21">
                  <c:v>44567</c:v>
                </c:pt>
                <c:pt idx="22">
                  <c:v>44567</c:v>
                </c:pt>
                <c:pt idx="23">
                  <c:v>44567</c:v>
                </c:pt>
                <c:pt idx="24">
                  <c:v>44568</c:v>
                </c:pt>
                <c:pt idx="25">
                  <c:v>44568</c:v>
                </c:pt>
                <c:pt idx="26">
                  <c:v>44568</c:v>
                </c:pt>
                <c:pt idx="27">
                  <c:v>44568</c:v>
                </c:pt>
                <c:pt idx="28">
                  <c:v>44569</c:v>
                </c:pt>
                <c:pt idx="29">
                  <c:v>44569</c:v>
                </c:pt>
                <c:pt idx="30">
                  <c:v>44569</c:v>
                </c:pt>
                <c:pt idx="31">
                  <c:v>44569</c:v>
                </c:pt>
                <c:pt idx="32">
                  <c:v>44570</c:v>
                </c:pt>
                <c:pt idx="33">
                  <c:v>44570</c:v>
                </c:pt>
                <c:pt idx="34">
                  <c:v>44570</c:v>
                </c:pt>
                <c:pt idx="35">
                  <c:v>44570</c:v>
                </c:pt>
                <c:pt idx="36">
                  <c:v>44571</c:v>
                </c:pt>
                <c:pt idx="37">
                  <c:v>44571</c:v>
                </c:pt>
                <c:pt idx="38">
                  <c:v>44571</c:v>
                </c:pt>
                <c:pt idx="39">
                  <c:v>44571</c:v>
                </c:pt>
                <c:pt idx="40">
                  <c:v>44572</c:v>
                </c:pt>
                <c:pt idx="41">
                  <c:v>44572</c:v>
                </c:pt>
                <c:pt idx="42">
                  <c:v>44572</c:v>
                </c:pt>
                <c:pt idx="43">
                  <c:v>44572</c:v>
                </c:pt>
                <c:pt idx="44">
                  <c:v>44573</c:v>
                </c:pt>
                <c:pt idx="45">
                  <c:v>44573</c:v>
                </c:pt>
                <c:pt idx="46">
                  <c:v>44573</c:v>
                </c:pt>
                <c:pt idx="47">
                  <c:v>44573</c:v>
                </c:pt>
                <c:pt idx="48">
                  <c:v>44574</c:v>
                </c:pt>
                <c:pt idx="49">
                  <c:v>44574</c:v>
                </c:pt>
                <c:pt idx="50">
                  <c:v>44574</c:v>
                </c:pt>
                <c:pt idx="51">
                  <c:v>44574</c:v>
                </c:pt>
                <c:pt idx="52">
                  <c:v>44575</c:v>
                </c:pt>
                <c:pt idx="53">
                  <c:v>44575</c:v>
                </c:pt>
                <c:pt idx="54">
                  <c:v>44575</c:v>
                </c:pt>
                <c:pt idx="55">
                  <c:v>44575</c:v>
                </c:pt>
                <c:pt idx="56">
                  <c:v>44576</c:v>
                </c:pt>
                <c:pt idx="57">
                  <c:v>44576</c:v>
                </c:pt>
                <c:pt idx="58">
                  <c:v>44576</c:v>
                </c:pt>
                <c:pt idx="59">
                  <c:v>44576</c:v>
                </c:pt>
                <c:pt idx="60">
                  <c:v>44577</c:v>
                </c:pt>
                <c:pt idx="61">
                  <c:v>44577</c:v>
                </c:pt>
                <c:pt idx="62">
                  <c:v>44577</c:v>
                </c:pt>
                <c:pt idx="63">
                  <c:v>44577</c:v>
                </c:pt>
                <c:pt idx="64">
                  <c:v>44578</c:v>
                </c:pt>
                <c:pt idx="65">
                  <c:v>44578</c:v>
                </c:pt>
                <c:pt idx="66">
                  <c:v>44578</c:v>
                </c:pt>
                <c:pt idx="67">
                  <c:v>44578</c:v>
                </c:pt>
                <c:pt idx="68">
                  <c:v>44578</c:v>
                </c:pt>
                <c:pt idx="69">
                  <c:v>44579</c:v>
                </c:pt>
                <c:pt idx="70">
                  <c:v>44579</c:v>
                </c:pt>
                <c:pt idx="71">
                  <c:v>44579</c:v>
                </c:pt>
                <c:pt idx="72">
                  <c:v>44579</c:v>
                </c:pt>
                <c:pt idx="73">
                  <c:v>44580</c:v>
                </c:pt>
                <c:pt idx="74">
                  <c:v>44580</c:v>
                </c:pt>
                <c:pt idx="75">
                  <c:v>44580</c:v>
                </c:pt>
                <c:pt idx="76">
                  <c:v>44580</c:v>
                </c:pt>
                <c:pt idx="77">
                  <c:v>44581</c:v>
                </c:pt>
                <c:pt idx="78">
                  <c:v>44581</c:v>
                </c:pt>
                <c:pt idx="79">
                  <c:v>44581</c:v>
                </c:pt>
                <c:pt idx="80">
                  <c:v>44581</c:v>
                </c:pt>
                <c:pt idx="81">
                  <c:v>44582</c:v>
                </c:pt>
                <c:pt idx="82">
                  <c:v>44582</c:v>
                </c:pt>
                <c:pt idx="83">
                  <c:v>44582</c:v>
                </c:pt>
                <c:pt idx="84">
                  <c:v>44582</c:v>
                </c:pt>
                <c:pt idx="85">
                  <c:v>44583</c:v>
                </c:pt>
                <c:pt idx="86">
                  <c:v>44583</c:v>
                </c:pt>
                <c:pt idx="87">
                  <c:v>44583</c:v>
                </c:pt>
                <c:pt idx="88">
                  <c:v>44583</c:v>
                </c:pt>
                <c:pt idx="89">
                  <c:v>44584</c:v>
                </c:pt>
                <c:pt idx="90">
                  <c:v>44584</c:v>
                </c:pt>
                <c:pt idx="91">
                  <c:v>44584</c:v>
                </c:pt>
                <c:pt idx="92">
                  <c:v>44584</c:v>
                </c:pt>
                <c:pt idx="93">
                  <c:v>44585</c:v>
                </c:pt>
                <c:pt idx="94">
                  <c:v>44585</c:v>
                </c:pt>
                <c:pt idx="95">
                  <c:v>44585</c:v>
                </c:pt>
                <c:pt idx="96">
                  <c:v>44585</c:v>
                </c:pt>
                <c:pt idx="97">
                  <c:v>44586</c:v>
                </c:pt>
                <c:pt idx="98">
                  <c:v>44586</c:v>
                </c:pt>
                <c:pt idx="99">
                  <c:v>44586</c:v>
                </c:pt>
                <c:pt idx="100">
                  <c:v>44586</c:v>
                </c:pt>
                <c:pt idx="101">
                  <c:v>44587</c:v>
                </c:pt>
                <c:pt idx="102">
                  <c:v>44587</c:v>
                </c:pt>
                <c:pt idx="103">
                  <c:v>44587</c:v>
                </c:pt>
                <c:pt idx="104">
                  <c:v>44587</c:v>
                </c:pt>
                <c:pt idx="105">
                  <c:v>44588</c:v>
                </c:pt>
                <c:pt idx="106">
                  <c:v>44588</c:v>
                </c:pt>
                <c:pt idx="107">
                  <c:v>44588</c:v>
                </c:pt>
                <c:pt idx="108">
                  <c:v>44588</c:v>
                </c:pt>
                <c:pt idx="109">
                  <c:v>44588</c:v>
                </c:pt>
                <c:pt idx="110">
                  <c:v>44589</c:v>
                </c:pt>
                <c:pt idx="111">
                  <c:v>44589</c:v>
                </c:pt>
                <c:pt idx="112">
                  <c:v>44589</c:v>
                </c:pt>
                <c:pt idx="113">
                  <c:v>44589</c:v>
                </c:pt>
                <c:pt idx="114">
                  <c:v>44589</c:v>
                </c:pt>
                <c:pt idx="115">
                  <c:v>44590</c:v>
                </c:pt>
                <c:pt idx="116">
                  <c:v>44590</c:v>
                </c:pt>
                <c:pt idx="117">
                  <c:v>44590</c:v>
                </c:pt>
                <c:pt idx="118">
                  <c:v>44590</c:v>
                </c:pt>
                <c:pt idx="119">
                  <c:v>44590</c:v>
                </c:pt>
                <c:pt idx="120">
                  <c:v>44591</c:v>
                </c:pt>
                <c:pt idx="121">
                  <c:v>44591</c:v>
                </c:pt>
                <c:pt idx="122">
                  <c:v>44591</c:v>
                </c:pt>
                <c:pt idx="123">
                  <c:v>44591</c:v>
                </c:pt>
                <c:pt idx="124">
                  <c:v>44592</c:v>
                </c:pt>
                <c:pt idx="125">
                  <c:v>44592</c:v>
                </c:pt>
                <c:pt idx="126">
                  <c:v>44592</c:v>
                </c:pt>
                <c:pt idx="127">
                  <c:v>44592</c:v>
                </c:pt>
                <c:pt idx="128">
                  <c:v>44593</c:v>
                </c:pt>
                <c:pt idx="129">
                  <c:v>44593</c:v>
                </c:pt>
                <c:pt idx="130">
                  <c:v>44593</c:v>
                </c:pt>
                <c:pt idx="131">
                  <c:v>44593</c:v>
                </c:pt>
                <c:pt idx="132">
                  <c:v>44594</c:v>
                </c:pt>
                <c:pt idx="133">
                  <c:v>44594</c:v>
                </c:pt>
                <c:pt idx="134">
                  <c:v>44594</c:v>
                </c:pt>
                <c:pt idx="135">
                  <c:v>44594</c:v>
                </c:pt>
                <c:pt idx="136">
                  <c:v>44595</c:v>
                </c:pt>
                <c:pt idx="137">
                  <c:v>44595</c:v>
                </c:pt>
                <c:pt idx="138">
                  <c:v>44595</c:v>
                </c:pt>
                <c:pt idx="139">
                  <c:v>44595</c:v>
                </c:pt>
                <c:pt idx="140">
                  <c:v>44596</c:v>
                </c:pt>
                <c:pt idx="141">
                  <c:v>44596</c:v>
                </c:pt>
                <c:pt idx="142">
                  <c:v>44596</c:v>
                </c:pt>
                <c:pt idx="143">
                  <c:v>44596</c:v>
                </c:pt>
                <c:pt idx="144">
                  <c:v>44597</c:v>
                </c:pt>
                <c:pt idx="145">
                  <c:v>44597</c:v>
                </c:pt>
                <c:pt idx="146">
                  <c:v>44597</c:v>
                </c:pt>
                <c:pt idx="147">
                  <c:v>44597</c:v>
                </c:pt>
                <c:pt idx="148">
                  <c:v>44598</c:v>
                </c:pt>
                <c:pt idx="149">
                  <c:v>44598</c:v>
                </c:pt>
                <c:pt idx="150">
                  <c:v>44598</c:v>
                </c:pt>
                <c:pt idx="151">
                  <c:v>44598</c:v>
                </c:pt>
                <c:pt idx="152">
                  <c:v>44599</c:v>
                </c:pt>
                <c:pt idx="153">
                  <c:v>44599</c:v>
                </c:pt>
                <c:pt idx="154">
                  <c:v>44599</c:v>
                </c:pt>
                <c:pt idx="155">
                  <c:v>44599</c:v>
                </c:pt>
                <c:pt idx="156">
                  <c:v>44600</c:v>
                </c:pt>
                <c:pt idx="157">
                  <c:v>44600</c:v>
                </c:pt>
                <c:pt idx="158">
                  <c:v>44600</c:v>
                </c:pt>
                <c:pt idx="159">
                  <c:v>44600</c:v>
                </c:pt>
                <c:pt idx="160">
                  <c:v>44601</c:v>
                </c:pt>
                <c:pt idx="161">
                  <c:v>44601</c:v>
                </c:pt>
                <c:pt idx="162">
                  <c:v>44601</c:v>
                </c:pt>
                <c:pt idx="163">
                  <c:v>44601</c:v>
                </c:pt>
                <c:pt idx="164">
                  <c:v>44602</c:v>
                </c:pt>
                <c:pt idx="165">
                  <c:v>44602</c:v>
                </c:pt>
                <c:pt idx="166">
                  <c:v>44602</c:v>
                </c:pt>
                <c:pt idx="167">
                  <c:v>44602</c:v>
                </c:pt>
                <c:pt idx="168">
                  <c:v>44603</c:v>
                </c:pt>
                <c:pt idx="169">
                  <c:v>44603</c:v>
                </c:pt>
                <c:pt idx="170">
                  <c:v>44603</c:v>
                </c:pt>
                <c:pt idx="171">
                  <c:v>44603</c:v>
                </c:pt>
                <c:pt idx="172">
                  <c:v>44604</c:v>
                </c:pt>
                <c:pt idx="173">
                  <c:v>44604</c:v>
                </c:pt>
                <c:pt idx="174">
                  <c:v>44604</c:v>
                </c:pt>
                <c:pt idx="175">
                  <c:v>44604</c:v>
                </c:pt>
                <c:pt idx="176">
                  <c:v>44605</c:v>
                </c:pt>
                <c:pt idx="177">
                  <c:v>44605</c:v>
                </c:pt>
                <c:pt idx="178">
                  <c:v>44605</c:v>
                </c:pt>
                <c:pt idx="179">
                  <c:v>44605</c:v>
                </c:pt>
                <c:pt idx="180">
                  <c:v>44605</c:v>
                </c:pt>
                <c:pt idx="181">
                  <c:v>44606</c:v>
                </c:pt>
                <c:pt idx="182">
                  <c:v>44606</c:v>
                </c:pt>
                <c:pt idx="183">
                  <c:v>44606</c:v>
                </c:pt>
                <c:pt idx="184">
                  <c:v>44606</c:v>
                </c:pt>
                <c:pt idx="185">
                  <c:v>44607</c:v>
                </c:pt>
                <c:pt idx="186">
                  <c:v>44607</c:v>
                </c:pt>
                <c:pt idx="187">
                  <c:v>44607</c:v>
                </c:pt>
                <c:pt idx="188">
                  <c:v>44607</c:v>
                </c:pt>
                <c:pt idx="189">
                  <c:v>44608</c:v>
                </c:pt>
                <c:pt idx="190">
                  <c:v>44608</c:v>
                </c:pt>
                <c:pt idx="191">
                  <c:v>44608</c:v>
                </c:pt>
                <c:pt idx="192">
                  <c:v>44608</c:v>
                </c:pt>
                <c:pt idx="193">
                  <c:v>44608</c:v>
                </c:pt>
                <c:pt idx="194">
                  <c:v>44609</c:v>
                </c:pt>
                <c:pt idx="195">
                  <c:v>44609</c:v>
                </c:pt>
                <c:pt idx="196">
                  <c:v>44609</c:v>
                </c:pt>
                <c:pt idx="197">
                  <c:v>44609</c:v>
                </c:pt>
                <c:pt idx="198">
                  <c:v>44610</c:v>
                </c:pt>
                <c:pt idx="199">
                  <c:v>44610</c:v>
                </c:pt>
                <c:pt idx="200">
                  <c:v>44610</c:v>
                </c:pt>
                <c:pt idx="201">
                  <c:v>44610</c:v>
                </c:pt>
                <c:pt idx="202">
                  <c:v>44611</c:v>
                </c:pt>
                <c:pt idx="203">
                  <c:v>44611</c:v>
                </c:pt>
                <c:pt idx="204">
                  <c:v>44611</c:v>
                </c:pt>
                <c:pt idx="205">
                  <c:v>44611</c:v>
                </c:pt>
                <c:pt idx="206">
                  <c:v>44611</c:v>
                </c:pt>
                <c:pt idx="207">
                  <c:v>44612</c:v>
                </c:pt>
                <c:pt idx="208">
                  <c:v>44612</c:v>
                </c:pt>
                <c:pt idx="209">
                  <c:v>44612</c:v>
                </c:pt>
                <c:pt idx="210">
                  <c:v>44612</c:v>
                </c:pt>
                <c:pt idx="211">
                  <c:v>44613</c:v>
                </c:pt>
                <c:pt idx="212">
                  <c:v>44613</c:v>
                </c:pt>
                <c:pt idx="213">
                  <c:v>44613</c:v>
                </c:pt>
                <c:pt idx="214">
                  <c:v>44613</c:v>
                </c:pt>
                <c:pt idx="215">
                  <c:v>44614</c:v>
                </c:pt>
                <c:pt idx="216">
                  <c:v>44614</c:v>
                </c:pt>
                <c:pt idx="217">
                  <c:v>44614</c:v>
                </c:pt>
                <c:pt idx="218">
                  <c:v>44614</c:v>
                </c:pt>
                <c:pt idx="219">
                  <c:v>44615</c:v>
                </c:pt>
                <c:pt idx="220">
                  <c:v>44615</c:v>
                </c:pt>
                <c:pt idx="221">
                  <c:v>44615</c:v>
                </c:pt>
                <c:pt idx="222">
                  <c:v>44615</c:v>
                </c:pt>
                <c:pt idx="223">
                  <c:v>44616</c:v>
                </c:pt>
                <c:pt idx="224">
                  <c:v>44616</c:v>
                </c:pt>
                <c:pt idx="225">
                  <c:v>44616</c:v>
                </c:pt>
                <c:pt idx="226">
                  <c:v>44616</c:v>
                </c:pt>
                <c:pt idx="227">
                  <c:v>44617</c:v>
                </c:pt>
                <c:pt idx="228">
                  <c:v>44617</c:v>
                </c:pt>
                <c:pt idx="229">
                  <c:v>44617</c:v>
                </c:pt>
                <c:pt idx="230">
                  <c:v>44617</c:v>
                </c:pt>
                <c:pt idx="231">
                  <c:v>44618</c:v>
                </c:pt>
                <c:pt idx="232">
                  <c:v>44618</c:v>
                </c:pt>
                <c:pt idx="233">
                  <c:v>44618</c:v>
                </c:pt>
                <c:pt idx="234">
                  <c:v>44618</c:v>
                </c:pt>
                <c:pt idx="235">
                  <c:v>44619</c:v>
                </c:pt>
                <c:pt idx="236">
                  <c:v>44619</c:v>
                </c:pt>
                <c:pt idx="237">
                  <c:v>44619</c:v>
                </c:pt>
                <c:pt idx="238">
                  <c:v>44619</c:v>
                </c:pt>
                <c:pt idx="239">
                  <c:v>44620</c:v>
                </c:pt>
                <c:pt idx="240">
                  <c:v>44620</c:v>
                </c:pt>
                <c:pt idx="241">
                  <c:v>44620</c:v>
                </c:pt>
                <c:pt idx="242">
                  <c:v>44620</c:v>
                </c:pt>
                <c:pt idx="243">
                  <c:v>44621</c:v>
                </c:pt>
                <c:pt idx="244">
                  <c:v>44621</c:v>
                </c:pt>
                <c:pt idx="245">
                  <c:v>44621</c:v>
                </c:pt>
                <c:pt idx="246">
                  <c:v>44621</c:v>
                </c:pt>
                <c:pt idx="247">
                  <c:v>44622</c:v>
                </c:pt>
                <c:pt idx="248">
                  <c:v>44622</c:v>
                </c:pt>
                <c:pt idx="249">
                  <c:v>44622</c:v>
                </c:pt>
                <c:pt idx="250">
                  <c:v>44622</c:v>
                </c:pt>
                <c:pt idx="251">
                  <c:v>44623</c:v>
                </c:pt>
                <c:pt idx="252">
                  <c:v>44623</c:v>
                </c:pt>
                <c:pt idx="253">
                  <c:v>44623</c:v>
                </c:pt>
                <c:pt idx="254">
                  <c:v>44623</c:v>
                </c:pt>
                <c:pt idx="255">
                  <c:v>44624</c:v>
                </c:pt>
                <c:pt idx="256">
                  <c:v>44624</c:v>
                </c:pt>
                <c:pt idx="257">
                  <c:v>44624</c:v>
                </c:pt>
                <c:pt idx="258">
                  <c:v>44624</c:v>
                </c:pt>
                <c:pt idx="259">
                  <c:v>44625</c:v>
                </c:pt>
                <c:pt idx="260">
                  <c:v>44625</c:v>
                </c:pt>
                <c:pt idx="261">
                  <c:v>44625</c:v>
                </c:pt>
                <c:pt idx="262">
                  <c:v>44625</c:v>
                </c:pt>
                <c:pt idx="263">
                  <c:v>44626</c:v>
                </c:pt>
                <c:pt idx="264">
                  <c:v>44626</c:v>
                </c:pt>
                <c:pt idx="265">
                  <c:v>44626</c:v>
                </c:pt>
                <c:pt idx="266">
                  <c:v>44626</c:v>
                </c:pt>
                <c:pt idx="267">
                  <c:v>44627</c:v>
                </c:pt>
                <c:pt idx="268">
                  <c:v>44627</c:v>
                </c:pt>
                <c:pt idx="269">
                  <c:v>44627</c:v>
                </c:pt>
                <c:pt idx="270">
                  <c:v>44627</c:v>
                </c:pt>
                <c:pt idx="271">
                  <c:v>44628</c:v>
                </c:pt>
                <c:pt idx="272">
                  <c:v>44628</c:v>
                </c:pt>
                <c:pt idx="273">
                  <c:v>44628</c:v>
                </c:pt>
                <c:pt idx="274">
                  <c:v>44628</c:v>
                </c:pt>
                <c:pt idx="275">
                  <c:v>44629</c:v>
                </c:pt>
                <c:pt idx="276">
                  <c:v>44629</c:v>
                </c:pt>
                <c:pt idx="277">
                  <c:v>44629</c:v>
                </c:pt>
                <c:pt idx="278">
                  <c:v>44629</c:v>
                </c:pt>
                <c:pt idx="279">
                  <c:v>44630</c:v>
                </c:pt>
                <c:pt idx="280">
                  <c:v>44630</c:v>
                </c:pt>
                <c:pt idx="281">
                  <c:v>44630</c:v>
                </c:pt>
                <c:pt idx="282">
                  <c:v>44630</c:v>
                </c:pt>
                <c:pt idx="283">
                  <c:v>44631</c:v>
                </c:pt>
                <c:pt idx="284">
                  <c:v>44631</c:v>
                </c:pt>
                <c:pt idx="285">
                  <c:v>44631</c:v>
                </c:pt>
                <c:pt idx="286">
                  <c:v>44631</c:v>
                </c:pt>
                <c:pt idx="287">
                  <c:v>44632</c:v>
                </c:pt>
                <c:pt idx="288">
                  <c:v>44632</c:v>
                </c:pt>
                <c:pt idx="289">
                  <c:v>44632</c:v>
                </c:pt>
                <c:pt idx="290">
                  <c:v>44632</c:v>
                </c:pt>
                <c:pt idx="291">
                  <c:v>44632</c:v>
                </c:pt>
                <c:pt idx="292">
                  <c:v>44633</c:v>
                </c:pt>
                <c:pt idx="293">
                  <c:v>44633</c:v>
                </c:pt>
                <c:pt idx="294">
                  <c:v>44633</c:v>
                </c:pt>
                <c:pt idx="295">
                  <c:v>44633</c:v>
                </c:pt>
                <c:pt idx="296">
                  <c:v>44633</c:v>
                </c:pt>
                <c:pt idx="297">
                  <c:v>44634</c:v>
                </c:pt>
                <c:pt idx="298">
                  <c:v>44634</c:v>
                </c:pt>
                <c:pt idx="299">
                  <c:v>44634</c:v>
                </c:pt>
                <c:pt idx="300">
                  <c:v>44634</c:v>
                </c:pt>
                <c:pt idx="301">
                  <c:v>44635</c:v>
                </c:pt>
                <c:pt idx="302">
                  <c:v>44635</c:v>
                </c:pt>
                <c:pt idx="303">
                  <c:v>44635</c:v>
                </c:pt>
                <c:pt idx="304">
                  <c:v>44635</c:v>
                </c:pt>
                <c:pt idx="305">
                  <c:v>44636</c:v>
                </c:pt>
                <c:pt idx="306">
                  <c:v>44636</c:v>
                </c:pt>
                <c:pt idx="307">
                  <c:v>44636</c:v>
                </c:pt>
                <c:pt idx="308">
                  <c:v>44636</c:v>
                </c:pt>
                <c:pt idx="309">
                  <c:v>44637</c:v>
                </c:pt>
                <c:pt idx="310">
                  <c:v>44637</c:v>
                </c:pt>
                <c:pt idx="311">
                  <c:v>44637</c:v>
                </c:pt>
                <c:pt idx="312">
                  <c:v>44637</c:v>
                </c:pt>
                <c:pt idx="313">
                  <c:v>44638</c:v>
                </c:pt>
                <c:pt idx="314">
                  <c:v>44638</c:v>
                </c:pt>
                <c:pt idx="315">
                  <c:v>44638</c:v>
                </c:pt>
                <c:pt idx="316">
                  <c:v>44638</c:v>
                </c:pt>
                <c:pt idx="317">
                  <c:v>44638</c:v>
                </c:pt>
                <c:pt idx="318">
                  <c:v>44639</c:v>
                </c:pt>
                <c:pt idx="319">
                  <c:v>44639</c:v>
                </c:pt>
                <c:pt idx="320">
                  <c:v>44639</c:v>
                </c:pt>
                <c:pt idx="321">
                  <c:v>44639</c:v>
                </c:pt>
                <c:pt idx="322">
                  <c:v>44640</c:v>
                </c:pt>
                <c:pt idx="323">
                  <c:v>44640</c:v>
                </c:pt>
                <c:pt idx="324">
                  <c:v>44640</c:v>
                </c:pt>
                <c:pt idx="325">
                  <c:v>44640</c:v>
                </c:pt>
                <c:pt idx="326">
                  <c:v>44641</c:v>
                </c:pt>
                <c:pt idx="327">
                  <c:v>44641</c:v>
                </c:pt>
                <c:pt idx="328">
                  <c:v>44641</c:v>
                </c:pt>
                <c:pt idx="329">
                  <c:v>44641</c:v>
                </c:pt>
                <c:pt idx="330">
                  <c:v>44642</c:v>
                </c:pt>
                <c:pt idx="331">
                  <c:v>44642</c:v>
                </c:pt>
                <c:pt idx="332">
                  <c:v>44642</c:v>
                </c:pt>
                <c:pt idx="333">
                  <c:v>44642</c:v>
                </c:pt>
                <c:pt idx="334">
                  <c:v>44642</c:v>
                </c:pt>
                <c:pt idx="335">
                  <c:v>44643</c:v>
                </c:pt>
                <c:pt idx="336">
                  <c:v>44643</c:v>
                </c:pt>
                <c:pt idx="337">
                  <c:v>44643</c:v>
                </c:pt>
                <c:pt idx="338">
                  <c:v>44643</c:v>
                </c:pt>
                <c:pt idx="339">
                  <c:v>44644</c:v>
                </c:pt>
                <c:pt idx="340">
                  <c:v>44644</c:v>
                </c:pt>
                <c:pt idx="341">
                  <c:v>44644</c:v>
                </c:pt>
                <c:pt idx="342">
                  <c:v>44644</c:v>
                </c:pt>
                <c:pt idx="343">
                  <c:v>44645</c:v>
                </c:pt>
                <c:pt idx="344">
                  <c:v>44645</c:v>
                </c:pt>
                <c:pt idx="345">
                  <c:v>44645</c:v>
                </c:pt>
                <c:pt idx="346">
                  <c:v>44645</c:v>
                </c:pt>
                <c:pt idx="347">
                  <c:v>44646</c:v>
                </c:pt>
                <c:pt idx="348">
                  <c:v>44646</c:v>
                </c:pt>
                <c:pt idx="349">
                  <c:v>44646</c:v>
                </c:pt>
                <c:pt idx="350">
                  <c:v>44646</c:v>
                </c:pt>
                <c:pt idx="351">
                  <c:v>44647</c:v>
                </c:pt>
                <c:pt idx="352">
                  <c:v>44647</c:v>
                </c:pt>
                <c:pt idx="353">
                  <c:v>44647</c:v>
                </c:pt>
                <c:pt idx="354">
                  <c:v>44647</c:v>
                </c:pt>
                <c:pt idx="355">
                  <c:v>44648</c:v>
                </c:pt>
                <c:pt idx="356">
                  <c:v>44648</c:v>
                </c:pt>
                <c:pt idx="357">
                  <c:v>44648</c:v>
                </c:pt>
                <c:pt idx="358">
                  <c:v>44648</c:v>
                </c:pt>
                <c:pt idx="359">
                  <c:v>44649</c:v>
                </c:pt>
                <c:pt idx="360">
                  <c:v>44649</c:v>
                </c:pt>
                <c:pt idx="361">
                  <c:v>44649</c:v>
                </c:pt>
                <c:pt idx="362">
                  <c:v>44649</c:v>
                </c:pt>
                <c:pt idx="363">
                  <c:v>44650</c:v>
                </c:pt>
                <c:pt idx="364">
                  <c:v>44650</c:v>
                </c:pt>
                <c:pt idx="365">
                  <c:v>44650</c:v>
                </c:pt>
                <c:pt idx="366">
                  <c:v>44650</c:v>
                </c:pt>
                <c:pt idx="367">
                  <c:v>44651</c:v>
                </c:pt>
                <c:pt idx="368">
                  <c:v>44651</c:v>
                </c:pt>
                <c:pt idx="369">
                  <c:v>44651</c:v>
                </c:pt>
                <c:pt idx="370">
                  <c:v>44651</c:v>
                </c:pt>
                <c:pt idx="371">
                  <c:v>44652</c:v>
                </c:pt>
                <c:pt idx="372">
                  <c:v>44652</c:v>
                </c:pt>
                <c:pt idx="373">
                  <c:v>44652</c:v>
                </c:pt>
                <c:pt idx="374">
                  <c:v>44652</c:v>
                </c:pt>
                <c:pt idx="375">
                  <c:v>44653</c:v>
                </c:pt>
                <c:pt idx="376">
                  <c:v>44653</c:v>
                </c:pt>
                <c:pt idx="377">
                  <c:v>44653</c:v>
                </c:pt>
                <c:pt idx="378">
                  <c:v>44653</c:v>
                </c:pt>
                <c:pt idx="379">
                  <c:v>44654</c:v>
                </c:pt>
                <c:pt idx="380">
                  <c:v>44654</c:v>
                </c:pt>
                <c:pt idx="381">
                  <c:v>44654</c:v>
                </c:pt>
                <c:pt idx="382">
                  <c:v>44654</c:v>
                </c:pt>
                <c:pt idx="383">
                  <c:v>44655</c:v>
                </c:pt>
                <c:pt idx="384">
                  <c:v>44655</c:v>
                </c:pt>
                <c:pt idx="385">
                  <c:v>44655</c:v>
                </c:pt>
                <c:pt idx="386">
                  <c:v>44655</c:v>
                </c:pt>
                <c:pt idx="387">
                  <c:v>44656</c:v>
                </c:pt>
                <c:pt idx="388">
                  <c:v>44656</c:v>
                </c:pt>
                <c:pt idx="389">
                  <c:v>44656</c:v>
                </c:pt>
                <c:pt idx="390">
                  <c:v>44656</c:v>
                </c:pt>
                <c:pt idx="391">
                  <c:v>44657</c:v>
                </c:pt>
                <c:pt idx="392">
                  <c:v>44657</c:v>
                </c:pt>
                <c:pt idx="393">
                  <c:v>44657</c:v>
                </c:pt>
                <c:pt idx="394">
                  <c:v>44657</c:v>
                </c:pt>
                <c:pt idx="395">
                  <c:v>44658</c:v>
                </c:pt>
                <c:pt idx="396">
                  <c:v>44658</c:v>
                </c:pt>
                <c:pt idx="397">
                  <c:v>44658</c:v>
                </c:pt>
                <c:pt idx="398">
                  <c:v>44658</c:v>
                </c:pt>
                <c:pt idx="399">
                  <c:v>44659</c:v>
                </c:pt>
                <c:pt idx="400">
                  <c:v>44659</c:v>
                </c:pt>
                <c:pt idx="401">
                  <c:v>44659</c:v>
                </c:pt>
                <c:pt idx="402">
                  <c:v>44659</c:v>
                </c:pt>
                <c:pt idx="403">
                  <c:v>44660</c:v>
                </c:pt>
                <c:pt idx="404">
                  <c:v>44660</c:v>
                </c:pt>
                <c:pt idx="405">
                  <c:v>44660</c:v>
                </c:pt>
                <c:pt idx="406">
                  <c:v>44660</c:v>
                </c:pt>
                <c:pt idx="407">
                  <c:v>44661</c:v>
                </c:pt>
                <c:pt idx="408">
                  <c:v>44661</c:v>
                </c:pt>
                <c:pt idx="409">
                  <c:v>44661</c:v>
                </c:pt>
                <c:pt idx="410">
                  <c:v>44661</c:v>
                </c:pt>
                <c:pt idx="411">
                  <c:v>44662</c:v>
                </c:pt>
                <c:pt idx="412">
                  <c:v>44662</c:v>
                </c:pt>
                <c:pt idx="413">
                  <c:v>44662</c:v>
                </c:pt>
                <c:pt idx="414">
                  <c:v>44662</c:v>
                </c:pt>
                <c:pt idx="415">
                  <c:v>44663</c:v>
                </c:pt>
                <c:pt idx="416">
                  <c:v>44663</c:v>
                </c:pt>
                <c:pt idx="417">
                  <c:v>44663</c:v>
                </c:pt>
                <c:pt idx="418">
                  <c:v>44663</c:v>
                </c:pt>
                <c:pt idx="419">
                  <c:v>44664</c:v>
                </c:pt>
                <c:pt idx="420">
                  <c:v>44664</c:v>
                </c:pt>
                <c:pt idx="421">
                  <c:v>44664</c:v>
                </c:pt>
                <c:pt idx="422">
                  <c:v>44664</c:v>
                </c:pt>
                <c:pt idx="423">
                  <c:v>44665</c:v>
                </c:pt>
                <c:pt idx="424">
                  <c:v>44665</c:v>
                </c:pt>
                <c:pt idx="425">
                  <c:v>44665</c:v>
                </c:pt>
                <c:pt idx="426">
                  <c:v>44665</c:v>
                </c:pt>
                <c:pt idx="427">
                  <c:v>44666</c:v>
                </c:pt>
                <c:pt idx="428">
                  <c:v>44666</c:v>
                </c:pt>
                <c:pt idx="429">
                  <c:v>44666</c:v>
                </c:pt>
                <c:pt idx="430">
                  <c:v>44666</c:v>
                </c:pt>
                <c:pt idx="431">
                  <c:v>44667</c:v>
                </c:pt>
                <c:pt idx="432">
                  <c:v>44667</c:v>
                </c:pt>
                <c:pt idx="433">
                  <c:v>44667</c:v>
                </c:pt>
                <c:pt idx="434">
                  <c:v>44667</c:v>
                </c:pt>
                <c:pt idx="435">
                  <c:v>44668</c:v>
                </c:pt>
                <c:pt idx="436">
                  <c:v>44668</c:v>
                </c:pt>
                <c:pt idx="437">
                  <c:v>44668</c:v>
                </c:pt>
                <c:pt idx="438">
                  <c:v>44668</c:v>
                </c:pt>
                <c:pt idx="439">
                  <c:v>44669</c:v>
                </c:pt>
                <c:pt idx="440">
                  <c:v>44669</c:v>
                </c:pt>
                <c:pt idx="441">
                  <c:v>44669</c:v>
                </c:pt>
                <c:pt idx="442">
                  <c:v>44669</c:v>
                </c:pt>
                <c:pt idx="443">
                  <c:v>44670</c:v>
                </c:pt>
                <c:pt idx="444">
                  <c:v>44670</c:v>
                </c:pt>
                <c:pt idx="445">
                  <c:v>44670</c:v>
                </c:pt>
                <c:pt idx="446">
                  <c:v>44670</c:v>
                </c:pt>
                <c:pt idx="447">
                  <c:v>44671</c:v>
                </c:pt>
                <c:pt idx="448">
                  <c:v>44671</c:v>
                </c:pt>
                <c:pt idx="449">
                  <c:v>44671</c:v>
                </c:pt>
                <c:pt idx="450">
                  <c:v>44671</c:v>
                </c:pt>
                <c:pt idx="451">
                  <c:v>44672</c:v>
                </c:pt>
                <c:pt idx="452">
                  <c:v>44672</c:v>
                </c:pt>
                <c:pt idx="453">
                  <c:v>44672</c:v>
                </c:pt>
                <c:pt idx="454">
                  <c:v>44672</c:v>
                </c:pt>
                <c:pt idx="455">
                  <c:v>44673</c:v>
                </c:pt>
                <c:pt idx="456">
                  <c:v>44673</c:v>
                </c:pt>
                <c:pt idx="457">
                  <c:v>44673</c:v>
                </c:pt>
                <c:pt idx="458">
                  <c:v>44673</c:v>
                </c:pt>
                <c:pt idx="459">
                  <c:v>44674</c:v>
                </c:pt>
                <c:pt idx="460">
                  <c:v>44674</c:v>
                </c:pt>
                <c:pt idx="461">
                  <c:v>44674</c:v>
                </c:pt>
                <c:pt idx="462">
                  <c:v>44674</c:v>
                </c:pt>
                <c:pt idx="463">
                  <c:v>44675</c:v>
                </c:pt>
                <c:pt idx="464">
                  <c:v>44675</c:v>
                </c:pt>
                <c:pt idx="465">
                  <c:v>44675</c:v>
                </c:pt>
                <c:pt idx="466">
                  <c:v>44675</c:v>
                </c:pt>
                <c:pt idx="467">
                  <c:v>44676</c:v>
                </c:pt>
                <c:pt idx="468">
                  <c:v>44676</c:v>
                </c:pt>
                <c:pt idx="469">
                  <c:v>44676</c:v>
                </c:pt>
                <c:pt idx="470">
                  <c:v>44676</c:v>
                </c:pt>
                <c:pt idx="471">
                  <c:v>44677</c:v>
                </c:pt>
                <c:pt idx="472">
                  <c:v>44677</c:v>
                </c:pt>
                <c:pt idx="473">
                  <c:v>44677</c:v>
                </c:pt>
                <c:pt idx="474">
                  <c:v>44677</c:v>
                </c:pt>
                <c:pt idx="475">
                  <c:v>44678</c:v>
                </c:pt>
                <c:pt idx="476">
                  <c:v>44678</c:v>
                </c:pt>
                <c:pt idx="477">
                  <c:v>44678</c:v>
                </c:pt>
                <c:pt idx="478">
                  <c:v>44678</c:v>
                </c:pt>
                <c:pt idx="479">
                  <c:v>44679</c:v>
                </c:pt>
                <c:pt idx="480">
                  <c:v>44679</c:v>
                </c:pt>
                <c:pt idx="481">
                  <c:v>44679</c:v>
                </c:pt>
                <c:pt idx="482">
                  <c:v>44679</c:v>
                </c:pt>
                <c:pt idx="483">
                  <c:v>44680</c:v>
                </c:pt>
                <c:pt idx="484">
                  <c:v>44680</c:v>
                </c:pt>
                <c:pt idx="485">
                  <c:v>44680</c:v>
                </c:pt>
                <c:pt idx="486">
                  <c:v>44680</c:v>
                </c:pt>
                <c:pt idx="487">
                  <c:v>44681</c:v>
                </c:pt>
                <c:pt idx="488">
                  <c:v>44681</c:v>
                </c:pt>
                <c:pt idx="489">
                  <c:v>44681</c:v>
                </c:pt>
                <c:pt idx="490">
                  <c:v>44681</c:v>
                </c:pt>
                <c:pt idx="491">
                  <c:v>44682</c:v>
                </c:pt>
                <c:pt idx="492">
                  <c:v>44682</c:v>
                </c:pt>
                <c:pt idx="493">
                  <c:v>44682</c:v>
                </c:pt>
                <c:pt idx="494">
                  <c:v>44682</c:v>
                </c:pt>
                <c:pt idx="495">
                  <c:v>44683</c:v>
                </c:pt>
                <c:pt idx="496">
                  <c:v>44683</c:v>
                </c:pt>
                <c:pt idx="497">
                  <c:v>44683</c:v>
                </c:pt>
                <c:pt idx="498">
                  <c:v>44683</c:v>
                </c:pt>
                <c:pt idx="499">
                  <c:v>44684</c:v>
                </c:pt>
                <c:pt idx="500">
                  <c:v>44684</c:v>
                </c:pt>
                <c:pt idx="501">
                  <c:v>44684</c:v>
                </c:pt>
                <c:pt idx="502">
                  <c:v>44684</c:v>
                </c:pt>
                <c:pt idx="503">
                  <c:v>44685</c:v>
                </c:pt>
                <c:pt idx="504">
                  <c:v>44685</c:v>
                </c:pt>
                <c:pt idx="505">
                  <c:v>44685</c:v>
                </c:pt>
                <c:pt idx="506">
                  <c:v>44685</c:v>
                </c:pt>
                <c:pt idx="507">
                  <c:v>44686</c:v>
                </c:pt>
                <c:pt idx="508">
                  <c:v>44686</c:v>
                </c:pt>
                <c:pt idx="509">
                  <c:v>44686</c:v>
                </c:pt>
                <c:pt idx="510">
                  <c:v>44686</c:v>
                </c:pt>
                <c:pt idx="511">
                  <c:v>44687</c:v>
                </c:pt>
                <c:pt idx="512">
                  <c:v>44687</c:v>
                </c:pt>
                <c:pt idx="513">
                  <c:v>44687</c:v>
                </c:pt>
                <c:pt idx="514">
                  <c:v>44687</c:v>
                </c:pt>
                <c:pt idx="515">
                  <c:v>44688</c:v>
                </c:pt>
                <c:pt idx="516">
                  <c:v>44688</c:v>
                </c:pt>
                <c:pt idx="517">
                  <c:v>44688</c:v>
                </c:pt>
                <c:pt idx="518">
                  <c:v>44688</c:v>
                </c:pt>
                <c:pt idx="519">
                  <c:v>44688</c:v>
                </c:pt>
                <c:pt idx="520">
                  <c:v>44689</c:v>
                </c:pt>
                <c:pt idx="521">
                  <c:v>44689</c:v>
                </c:pt>
                <c:pt idx="522">
                  <c:v>44689</c:v>
                </c:pt>
                <c:pt idx="523">
                  <c:v>44689</c:v>
                </c:pt>
                <c:pt idx="524">
                  <c:v>44690</c:v>
                </c:pt>
                <c:pt idx="525">
                  <c:v>44690</c:v>
                </c:pt>
                <c:pt idx="526">
                  <c:v>44690</c:v>
                </c:pt>
                <c:pt idx="527">
                  <c:v>44690</c:v>
                </c:pt>
                <c:pt idx="528">
                  <c:v>44691</c:v>
                </c:pt>
                <c:pt idx="529">
                  <c:v>44691</c:v>
                </c:pt>
                <c:pt idx="530">
                  <c:v>44691</c:v>
                </c:pt>
                <c:pt idx="531">
                  <c:v>44691</c:v>
                </c:pt>
                <c:pt idx="532">
                  <c:v>44691</c:v>
                </c:pt>
                <c:pt idx="533">
                  <c:v>44692</c:v>
                </c:pt>
                <c:pt idx="534">
                  <c:v>44692</c:v>
                </c:pt>
                <c:pt idx="535">
                  <c:v>44692</c:v>
                </c:pt>
                <c:pt idx="536">
                  <c:v>44692</c:v>
                </c:pt>
                <c:pt idx="537">
                  <c:v>44693</c:v>
                </c:pt>
                <c:pt idx="538">
                  <c:v>44693</c:v>
                </c:pt>
                <c:pt idx="539">
                  <c:v>44693</c:v>
                </c:pt>
                <c:pt idx="540">
                  <c:v>44693</c:v>
                </c:pt>
                <c:pt idx="541">
                  <c:v>44694</c:v>
                </c:pt>
                <c:pt idx="542">
                  <c:v>44694</c:v>
                </c:pt>
                <c:pt idx="543">
                  <c:v>44694</c:v>
                </c:pt>
                <c:pt idx="544">
                  <c:v>44694</c:v>
                </c:pt>
                <c:pt idx="545">
                  <c:v>44694</c:v>
                </c:pt>
                <c:pt idx="546">
                  <c:v>44695</c:v>
                </c:pt>
                <c:pt idx="547">
                  <c:v>44695</c:v>
                </c:pt>
                <c:pt idx="548">
                  <c:v>44695</c:v>
                </c:pt>
                <c:pt idx="549">
                  <c:v>44695</c:v>
                </c:pt>
                <c:pt idx="550">
                  <c:v>44696</c:v>
                </c:pt>
                <c:pt idx="551">
                  <c:v>44696</c:v>
                </c:pt>
                <c:pt idx="552">
                  <c:v>44696</c:v>
                </c:pt>
                <c:pt idx="553">
                  <c:v>44696</c:v>
                </c:pt>
                <c:pt idx="554">
                  <c:v>44697</c:v>
                </c:pt>
                <c:pt idx="555">
                  <c:v>44697</c:v>
                </c:pt>
                <c:pt idx="556">
                  <c:v>44697</c:v>
                </c:pt>
                <c:pt idx="557">
                  <c:v>44697</c:v>
                </c:pt>
                <c:pt idx="558">
                  <c:v>44697</c:v>
                </c:pt>
                <c:pt idx="559">
                  <c:v>44698</c:v>
                </c:pt>
                <c:pt idx="560">
                  <c:v>44698</c:v>
                </c:pt>
                <c:pt idx="561">
                  <c:v>44698</c:v>
                </c:pt>
                <c:pt idx="562">
                  <c:v>44698</c:v>
                </c:pt>
                <c:pt idx="563">
                  <c:v>44699</c:v>
                </c:pt>
                <c:pt idx="564">
                  <c:v>44699</c:v>
                </c:pt>
                <c:pt idx="565">
                  <c:v>44699</c:v>
                </c:pt>
                <c:pt idx="566">
                  <c:v>44699</c:v>
                </c:pt>
                <c:pt idx="567">
                  <c:v>44700</c:v>
                </c:pt>
                <c:pt idx="568">
                  <c:v>44700</c:v>
                </c:pt>
                <c:pt idx="569">
                  <c:v>44700</c:v>
                </c:pt>
                <c:pt idx="570">
                  <c:v>44700</c:v>
                </c:pt>
                <c:pt idx="571">
                  <c:v>44701</c:v>
                </c:pt>
                <c:pt idx="572">
                  <c:v>44701</c:v>
                </c:pt>
                <c:pt idx="573">
                  <c:v>44701</c:v>
                </c:pt>
                <c:pt idx="574">
                  <c:v>44701</c:v>
                </c:pt>
                <c:pt idx="575">
                  <c:v>44702</c:v>
                </c:pt>
                <c:pt idx="576">
                  <c:v>44702</c:v>
                </c:pt>
                <c:pt idx="577">
                  <c:v>44702</c:v>
                </c:pt>
                <c:pt idx="578">
                  <c:v>44702</c:v>
                </c:pt>
                <c:pt idx="579">
                  <c:v>44703</c:v>
                </c:pt>
                <c:pt idx="580">
                  <c:v>44703</c:v>
                </c:pt>
                <c:pt idx="581">
                  <c:v>44703</c:v>
                </c:pt>
                <c:pt idx="582">
                  <c:v>44703</c:v>
                </c:pt>
                <c:pt idx="583">
                  <c:v>44704</c:v>
                </c:pt>
                <c:pt idx="584">
                  <c:v>44704</c:v>
                </c:pt>
                <c:pt idx="585">
                  <c:v>44704</c:v>
                </c:pt>
                <c:pt idx="586">
                  <c:v>44704</c:v>
                </c:pt>
                <c:pt idx="587">
                  <c:v>44705</c:v>
                </c:pt>
                <c:pt idx="588">
                  <c:v>44705</c:v>
                </c:pt>
                <c:pt idx="589">
                  <c:v>44705</c:v>
                </c:pt>
                <c:pt idx="590">
                  <c:v>44705</c:v>
                </c:pt>
                <c:pt idx="591">
                  <c:v>44706</c:v>
                </c:pt>
                <c:pt idx="592">
                  <c:v>44706</c:v>
                </c:pt>
                <c:pt idx="593">
                  <c:v>44706</c:v>
                </c:pt>
                <c:pt idx="594">
                  <c:v>44706</c:v>
                </c:pt>
                <c:pt idx="595">
                  <c:v>44706</c:v>
                </c:pt>
                <c:pt idx="596">
                  <c:v>44707</c:v>
                </c:pt>
                <c:pt idx="597">
                  <c:v>44707</c:v>
                </c:pt>
                <c:pt idx="598">
                  <c:v>44707</c:v>
                </c:pt>
                <c:pt idx="599">
                  <c:v>44707</c:v>
                </c:pt>
                <c:pt idx="600">
                  <c:v>44708</c:v>
                </c:pt>
                <c:pt idx="601">
                  <c:v>44708</c:v>
                </c:pt>
                <c:pt idx="602">
                  <c:v>44708</c:v>
                </c:pt>
                <c:pt idx="603">
                  <c:v>44708</c:v>
                </c:pt>
                <c:pt idx="604">
                  <c:v>44709</c:v>
                </c:pt>
                <c:pt idx="605">
                  <c:v>44709</c:v>
                </c:pt>
                <c:pt idx="606">
                  <c:v>44709</c:v>
                </c:pt>
                <c:pt idx="607">
                  <c:v>44709</c:v>
                </c:pt>
                <c:pt idx="608">
                  <c:v>44710</c:v>
                </c:pt>
                <c:pt idx="609">
                  <c:v>44710</c:v>
                </c:pt>
                <c:pt idx="610">
                  <c:v>44710</c:v>
                </c:pt>
                <c:pt idx="611">
                  <c:v>44710</c:v>
                </c:pt>
                <c:pt idx="612">
                  <c:v>44711</c:v>
                </c:pt>
                <c:pt idx="613">
                  <c:v>44711</c:v>
                </c:pt>
                <c:pt idx="614">
                  <c:v>44711</c:v>
                </c:pt>
                <c:pt idx="615">
                  <c:v>44711</c:v>
                </c:pt>
                <c:pt idx="616">
                  <c:v>44712</c:v>
                </c:pt>
                <c:pt idx="617">
                  <c:v>44712</c:v>
                </c:pt>
                <c:pt idx="618">
                  <c:v>44712</c:v>
                </c:pt>
                <c:pt idx="619">
                  <c:v>44712</c:v>
                </c:pt>
                <c:pt idx="620">
                  <c:v>44713</c:v>
                </c:pt>
                <c:pt idx="621">
                  <c:v>44713</c:v>
                </c:pt>
                <c:pt idx="622">
                  <c:v>44713</c:v>
                </c:pt>
                <c:pt idx="623">
                  <c:v>44713</c:v>
                </c:pt>
                <c:pt idx="624">
                  <c:v>44714</c:v>
                </c:pt>
                <c:pt idx="625">
                  <c:v>44714</c:v>
                </c:pt>
                <c:pt idx="626">
                  <c:v>44714</c:v>
                </c:pt>
                <c:pt idx="627">
                  <c:v>44714</c:v>
                </c:pt>
                <c:pt idx="628">
                  <c:v>44715</c:v>
                </c:pt>
                <c:pt idx="629">
                  <c:v>44715</c:v>
                </c:pt>
                <c:pt idx="630">
                  <c:v>44715</c:v>
                </c:pt>
                <c:pt idx="631">
                  <c:v>44715</c:v>
                </c:pt>
                <c:pt idx="632">
                  <c:v>44716</c:v>
                </c:pt>
                <c:pt idx="633">
                  <c:v>44716</c:v>
                </c:pt>
                <c:pt idx="634">
                  <c:v>44716</c:v>
                </c:pt>
                <c:pt idx="635">
                  <c:v>44716</c:v>
                </c:pt>
                <c:pt idx="636">
                  <c:v>44717</c:v>
                </c:pt>
                <c:pt idx="637">
                  <c:v>44717</c:v>
                </c:pt>
                <c:pt idx="638">
                  <c:v>44717</c:v>
                </c:pt>
                <c:pt idx="639">
                  <c:v>44717</c:v>
                </c:pt>
                <c:pt idx="640">
                  <c:v>44718</c:v>
                </c:pt>
                <c:pt idx="641">
                  <c:v>44718</c:v>
                </c:pt>
                <c:pt idx="642">
                  <c:v>44718</c:v>
                </c:pt>
                <c:pt idx="643">
                  <c:v>44718</c:v>
                </c:pt>
                <c:pt idx="644">
                  <c:v>44719</c:v>
                </c:pt>
                <c:pt idx="645">
                  <c:v>44719</c:v>
                </c:pt>
                <c:pt idx="646">
                  <c:v>44719</c:v>
                </c:pt>
                <c:pt idx="647">
                  <c:v>44719</c:v>
                </c:pt>
                <c:pt idx="648">
                  <c:v>44720</c:v>
                </c:pt>
                <c:pt idx="649">
                  <c:v>44720</c:v>
                </c:pt>
                <c:pt idx="650">
                  <c:v>44720</c:v>
                </c:pt>
                <c:pt idx="651">
                  <c:v>44720</c:v>
                </c:pt>
                <c:pt idx="652">
                  <c:v>44721</c:v>
                </c:pt>
                <c:pt idx="653">
                  <c:v>44721</c:v>
                </c:pt>
                <c:pt idx="654">
                  <c:v>44721</c:v>
                </c:pt>
                <c:pt idx="655">
                  <c:v>44721</c:v>
                </c:pt>
                <c:pt idx="656">
                  <c:v>44722</c:v>
                </c:pt>
                <c:pt idx="657">
                  <c:v>44722</c:v>
                </c:pt>
                <c:pt idx="658">
                  <c:v>44722</c:v>
                </c:pt>
                <c:pt idx="659">
                  <c:v>44722</c:v>
                </c:pt>
                <c:pt idx="660">
                  <c:v>44723</c:v>
                </c:pt>
                <c:pt idx="661">
                  <c:v>44723</c:v>
                </c:pt>
                <c:pt idx="662">
                  <c:v>44723</c:v>
                </c:pt>
                <c:pt idx="663">
                  <c:v>44723</c:v>
                </c:pt>
                <c:pt idx="664">
                  <c:v>44724</c:v>
                </c:pt>
                <c:pt idx="665">
                  <c:v>44724</c:v>
                </c:pt>
                <c:pt idx="666">
                  <c:v>44724</c:v>
                </c:pt>
                <c:pt idx="667">
                  <c:v>44724</c:v>
                </c:pt>
                <c:pt idx="668">
                  <c:v>44725</c:v>
                </c:pt>
                <c:pt idx="669">
                  <c:v>44725</c:v>
                </c:pt>
                <c:pt idx="670">
                  <c:v>44725</c:v>
                </c:pt>
                <c:pt idx="671">
                  <c:v>44725</c:v>
                </c:pt>
                <c:pt idx="672">
                  <c:v>44726</c:v>
                </c:pt>
                <c:pt idx="673">
                  <c:v>44726</c:v>
                </c:pt>
                <c:pt idx="674">
                  <c:v>44726</c:v>
                </c:pt>
                <c:pt idx="675">
                  <c:v>44726</c:v>
                </c:pt>
                <c:pt idx="676">
                  <c:v>44727</c:v>
                </c:pt>
                <c:pt idx="677">
                  <c:v>44727</c:v>
                </c:pt>
                <c:pt idx="678">
                  <c:v>44727</c:v>
                </c:pt>
                <c:pt idx="679">
                  <c:v>44727</c:v>
                </c:pt>
                <c:pt idx="680">
                  <c:v>44728</c:v>
                </c:pt>
                <c:pt idx="681">
                  <c:v>44728</c:v>
                </c:pt>
                <c:pt idx="682">
                  <c:v>44728</c:v>
                </c:pt>
                <c:pt idx="683">
                  <c:v>44728</c:v>
                </c:pt>
                <c:pt idx="684">
                  <c:v>44729</c:v>
                </c:pt>
                <c:pt idx="685">
                  <c:v>44729</c:v>
                </c:pt>
                <c:pt idx="686">
                  <c:v>44729</c:v>
                </c:pt>
                <c:pt idx="687">
                  <c:v>44729</c:v>
                </c:pt>
                <c:pt idx="688">
                  <c:v>44730</c:v>
                </c:pt>
                <c:pt idx="689">
                  <c:v>44730</c:v>
                </c:pt>
                <c:pt idx="690">
                  <c:v>44730</c:v>
                </c:pt>
                <c:pt idx="691">
                  <c:v>44730</c:v>
                </c:pt>
                <c:pt idx="692">
                  <c:v>44731</c:v>
                </c:pt>
                <c:pt idx="693">
                  <c:v>44731</c:v>
                </c:pt>
                <c:pt idx="694">
                  <c:v>44731</c:v>
                </c:pt>
                <c:pt idx="695">
                  <c:v>44731</c:v>
                </c:pt>
                <c:pt idx="696">
                  <c:v>44732</c:v>
                </c:pt>
                <c:pt idx="697">
                  <c:v>44732</c:v>
                </c:pt>
                <c:pt idx="698">
                  <c:v>44732</c:v>
                </c:pt>
                <c:pt idx="699">
                  <c:v>44732</c:v>
                </c:pt>
                <c:pt idx="700">
                  <c:v>44733</c:v>
                </c:pt>
                <c:pt idx="701">
                  <c:v>44733</c:v>
                </c:pt>
                <c:pt idx="702">
                  <c:v>44733</c:v>
                </c:pt>
                <c:pt idx="703">
                  <c:v>44733</c:v>
                </c:pt>
                <c:pt idx="704">
                  <c:v>44734</c:v>
                </c:pt>
                <c:pt idx="705">
                  <c:v>44734</c:v>
                </c:pt>
                <c:pt idx="706">
                  <c:v>44734</c:v>
                </c:pt>
                <c:pt idx="707">
                  <c:v>44734</c:v>
                </c:pt>
                <c:pt idx="708">
                  <c:v>44735</c:v>
                </c:pt>
                <c:pt idx="709">
                  <c:v>44735</c:v>
                </c:pt>
                <c:pt idx="710">
                  <c:v>44735</c:v>
                </c:pt>
                <c:pt idx="711">
                  <c:v>44735</c:v>
                </c:pt>
                <c:pt idx="712">
                  <c:v>44736</c:v>
                </c:pt>
                <c:pt idx="713">
                  <c:v>44736</c:v>
                </c:pt>
                <c:pt idx="714">
                  <c:v>44736</c:v>
                </c:pt>
                <c:pt idx="715">
                  <c:v>44736</c:v>
                </c:pt>
                <c:pt idx="716">
                  <c:v>44737</c:v>
                </c:pt>
                <c:pt idx="717">
                  <c:v>44737</c:v>
                </c:pt>
                <c:pt idx="718">
                  <c:v>44737</c:v>
                </c:pt>
                <c:pt idx="719">
                  <c:v>44737</c:v>
                </c:pt>
                <c:pt idx="720">
                  <c:v>44738</c:v>
                </c:pt>
                <c:pt idx="721">
                  <c:v>44738</c:v>
                </c:pt>
                <c:pt idx="722">
                  <c:v>44738</c:v>
                </c:pt>
                <c:pt idx="723">
                  <c:v>44738</c:v>
                </c:pt>
                <c:pt idx="724">
                  <c:v>44739</c:v>
                </c:pt>
                <c:pt idx="725">
                  <c:v>44739</c:v>
                </c:pt>
                <c:pt idx="726">
                  <c:v>44739</c:v>
                </c:pt>
                <c:pt idx="727">
                  <c:v>44739</c:v>
                </c:pt>
                <c:pt idx="728">
                  <c:v>44740</c:v>
                </c:pt>
                <c:pt idx="729">
                  <c:v>44740</c:v>
                </c:pt>
                <c:pt idx="730">
                  <c:v>44740</c:v>
                </c:pt>
                <c:pt idx="731">
                  <c:v>44740</c:v>
                </c:pt>
                <c:pt idx="732">
                  <c:v>44741</c:v>
                </c:pt>
                <c:pt idx="733">
                  <c:v>44741</c:v>
                </c:pt>
                <c:pt idx="734">
                  <c:v>44741</c:v>
                </c:pt>
                <c:pt idx="735">
                  <c:v>44741</c:v>
                </c:pt>
                <c:pt idx="736">
                  <c:v>44742</c:v>
                </c:pt>
                <c:pt idx="737">
                  <c:v>44742</c:v>
                </c:pt>
                <c:pt idx="738">
                  <c:v>44742</c:v>
                </c:pt>
                <c:pt idx="739">
                  <c:v>44742</c:v>
                </c:pt>
                <c:pt idx="740">
                  <c:v>44743</c:v>
                </c:pt>
                <c:pt idx="741">
                  <c:v>44743</c:v>
                </c:pt>
                <c:pt idx="742">
                  <c:v>44743</c:v>
                </c:pt>
                <c:pt idx="743">
                  <c:v>44743</c:v>
                </c:pt>
                <c:pt idx="744">
                  <c:v>44744</c:v>
                </c:pt>
                <c:pt idx="745">
                  <c:v>44744</c:v>
                </c:pt>
                <c:pt idx="746">
                  <c:v>44744</c:v>
                </c:pt>
                <c:pt idx="747">
                  <c:v>44744</c:v>
                </c:pt>
                <c:pt idx="748">
                  <c:v>44745</c:v>
                </c:pt>
                <c:pt idx="749">
                  <c:v>44745</c:v>
                </c:pt>
                <c:pt idx="750">
                  <c:v>44745</c:v>
                </c:pt>
                <c:pt idx="751">
                  <c:v>44745</c:v>
                </c:pt>
                <c:pt idx="752">
                  <c:v>44746</c:v>
                </c:pt>
                <c:pt idx="753">
                  <c:v>44746</c:v>
                </c:pt>
                <c:pt idx="754">
                  <c:v>44746</c:v>
                </c:pt>
                <c:pt idx="755">
                  <c:v>44746</c:v>
                </c:pt>
                <c:pt idx="756">
                  <c:v>44747</c:v>
                </c:pt>
                <c:pt idx="757">
                  <c:v>44747</c:v>
                </c:pt>
                <c:pt idx="758">
                  <c:v>44747</c:v>
                </c:pt>
                <c:pt idx="759">
                  <c:v>44747</c:v>
                </c:pt>
                <c:pt idx="760">
                  <c:v>44748</c:v>
                </c:pt>
                <c:pt idx="761">
                  <c:v>44748</c:v>
                </c:pt>
                <c:pt idx="762">
                  <c:v>44748</c:v>
                </c:pt>
                <c:pt idx="763">
                  <c:v>44748</c:v>
                </c:pt>
                <c:pt idx="764">
                  <c:v>44749</c:v>
                </c:pt>
                <c:pt idx="765">
                  <c:v>44749</c:v>
                </c:pt>
                <c:pt idx="766">
                  <c:v>44749</c:v>
                </c:pt>
                <c:pt idx="767">
                  <c:v>44749</c:v>
                </c:pt>
                <c:pt idx="768">
                  <c:v>44750</c:v>
                </c:pt>
                <c:pt idx="769">
                  <c:v>44750</c:v>
                </c:pt>
                <c:pt idx="770">
                  <c:v>44750</c:v>
                </c:pt>
                <c:pt idx="771">
                  <c:v>44750</c:v>
                </c:pt>
                <c:pt idx="772">
                  <c:v>44751</c:v>
                </c:pt>
                <c:pt idx="773">
                  <c:v>44751</c:v>
                </c:pt>
                <c:pt idx="774">
                  <c:v>44751</c:v>
                </c:pt>
                <c:pt idx="775">
                  <c:v>44751</c:v>
                </c:pt>
                <c:pt idx="776">
                  <c:v>44752</c:v>
                </c:pt>
                <c:pt idx="777">
                  <c:v>44752</c:v>
                </c:pt>
                <c:pt idx="778">
                  <c:v>44752</c:v>
                </c:pt>
                <c:pt idx="779">
                  <c:v>44752</c:v>
                </c:pt>
                <c:pt idx="780">
                  <c:v>44753</c:v>
                </c:pt>
                <c:pt idx="781">
                  <c:v>44753</c:v>
                </c:pt>
                <c:pt idx="782">
                  <c:v>44753</c:v>
                </c:pt>
                <c:pt idx="783">
                  <c:v>44753</c:v>
                </c:pt>
                <c:pt idx="784">
                  <c:v>44754</c:v>
                </c:pt>
                <c:pt idx="785">
                  <c:v>44754</c:v>
                </c:pt>
                <c:pt idx="786">
                  <c:v>44754</c:v>
                </c:pt>
                <c:pt idx="787">
                  <c:v>44754</c:v>
                </c:pt>
                <c:pt idx="788">
                  <c:v>44755</c:v>
                </c:pt>
                <c:pt idx="789">
                  <c:v>44755</c:v>
                </c:pt>
                <c:pt idx="790">
                  <c:v>44755</c:v>
                </c:pt>
                <c:pt idx="791">
                  <c:v>44755</c:v>
                </c:pt>
                <c:pt idx="792">
                  <c:v>44756</c:v>
                </c:pt>
                <c:pt idx="793">
                  <c:v>44756</c:v>
                </c:pt>
                <c:pt idx="794">
                  <c:v>44756</c:v>
                </c:pt>
                <c:pt idx="795">
                  <c:v>44756</c:v>
                </c:pt>
                <c:pt idx="796">
                  <c:v>44757</c:v>
                </c:pt>
                <c:pt idx="797">
                  <c:v>44757</c:v>
                </c:pt>
                <c:pt idx="798">
                  <c:v>44757</c:v>
                </c:pt>
                <c:pt idx="799">
                  <c:v>44757</c:v>
                </c:pt>
                <c:pt idx="800">
                  <c:v>44758</c:v>
                </c:pt>
                <c:pt idx="801">
                  <c:v>44758</c:v>
                </c:pt>
                <c:pt idx="802">
                  <c:v>44758</c:v>
                </c:pt>
                <c:pt idx="803">
                  <c:v>44758</c:v>
                </c:pt>
                <c:pt idx="804">
                  <c:v>44758</c:v>
                </c:pt>
                <c:pt idx="805">
                  <c:v>44759</c:v>
                </c:pt>
                <c:pt idx="806">
                  <c:v>44759</c:v>
                </c:pt>
                <c:pt idx="807">
                  <c:v>44759</c:v>
                </c:pt>
                <c:pt idx="808">
                  <c:v>44759</c:v>
                </c:pt>
                <c:pt idx="809">
                  <c:v>44760</c:v>
                </c:pt>
                <c:pt idx="810">
                  <c:v>44760</c:v>
                </c:pt>
                <c:pt idx="811">
                  <c:v>44760</c:v>
                </c:pt>
                <c:pt idx="812">
                  <c:v>44760</c:v>
                </c:pt>
                <c:pt idx="813">
                  <c:v>44761</c:v>
                </c:pt>
                <c:pt idx="814">
                  <c:v>44761</c:v>
                </c:pt>
                <c:pt idx="815">
                  <c:v>44761</c:v>
                </c:pt>
                <c:pt idx="816">
                  <c:v>44761</c:v>
                </c:pt>
                <c:pt idx="817">
                  <c:v>44762</c:v>
                </c:pt>
                <c:pt idx="818">
                  <c:v>44762</c:v>
                </c:pt>
                <c:pt idx="819">
                  <c:v>44762</c:v>
                </c:pt>
                <c:pt idx="820">
                  <c:v>44762</c:v>
                </c:pt>
                <c:pt idx="821">
                  <c:v>44763</c:v>
                </c:pt>
                <c:pt idx="822">
                  <c:v>44763</c:v>
                </c:pt>
                <c:pt idx="823">
                  <c:v>44763</c:v>
                </c:pt>
                <c:pt idx="824">
                  <c:v>44763</c:v>
                </c:pt>
                <c:pt idx="825">
                  <c:v>44764</c:v>
                </c:pt>
                <c:pt idx="826">
                  <c:v>44764</c:v>
                </c:pt>
                <c:pt idx="827">
                  <c:v>44764</c:v>
                </c:pt>
                <c:pt idx="828">
                  <c:v>44764</c:v>
                </c:pt>
                <c:pt idx="829">
                  <c:v>44765</c:v>
                </c:pt>
                <c:pt idx="830">
                  <c:v>44765</c:v>
                </c:pt>
                <c:pt idx="831">
                  <c:v>44765</c:v>
                </c:pt>
                <c:pt idx="832">
                  <c:v>44765</c:v>
                </c:pt>
                <c:pt idx="833">
                  <c:v>44766</c:v>
                </c:pt>
                <c:pt idx="834">
                  <c:v>44766</c:v>
                </c:pt>
                <c:pt idx="835">
                  <c:v>44766</c:v>
                </c:pt>
                <c:pt idx="836">
                  <c:v>44766</c:v>
                </c:pt>
                <c:pt idx="837">
                  <c:v>44766</c:v>
                </c:pt>
                <c:pt idx="838">
                  <c:v>44767</c:v>
                </c:pt>
                <c:pt idx="839">
                  <c:v>44767</c:v>
                </c:pt>
                <c:pt idx="840">
                  <c:v>44767</c:v>
                </c:pt>
                <c:pt idx="841">
                  <c:v>44767</c:v>
                </c:pt>
                <c:pt idx="842">
                  <c:v>44768</c:v>
                </c:pt>
                <c:pt idx="843">
                  <c:v>44768</c:v>
                </c:pt>
                <c:pt idx="844">
                  <c:v>44768</c:v>
                </c:pt>
                <c:pt idx="845">
                  <c:v>44768</c:v>
                </c:pt>
                <c:pt idx="846">
                  <c:v>44769</c:v>
                </c:pt>
                <c:pt idx="847">
                  <c:v>44769</c:v>
                </c:pt>
                <c:pt idx="848">
                  <c:v>44769</c:v>
                </c:pt>
                <c:pt idx="849">
                  <c:v>44769</c:v>
                </c:pt>
                <c:pt idx="850">
                  <c:v>44770</c:v>
                </c:pt>
                <c:pt idx="851">
                  <c:v>44770</c:v>
                </c:pt>
                <c:pt idx="852">
                  <c:v>44770</c:v>
                </c:pt>
                <c:pt idx="853">
                  <c:v>44770</c:v>
                </c:pt>
                <c:pt idx="854">
                  <c:v>44771</c:v>
                </c:pt>
                <c:pt idx="855">
                  <c:v>44771</c:v>
                </c:pt>
                <c:pt idx="856">
                  <c:v>44771</c:v>
                </c:pt>
                <c:pt idx="857">
                  <c:v>44771</c:v>
                </c:pt>
                <c:pt idx="858">
                  <c:v>44772</c:v>
                </c:pt>
                <c:pt idx="859">
                  <c:v>44772</c:v>
                </c:pt>
                <c:pt idx="860">
                  <c:v>44772</c:v>
                </c:pt>
                <c:pt idx="861">
                  <c:v>44772</c:v>
                </c:pt>
                <c:pt idx="862">
                  <c:v>44773</c:v>
                </c:pt>
                <c:pt idx="863">
                  <c:v>44773</c:v>
                </c:pt>
                <c:pt idx="864">
                  <c:v>44773</c:v>
                </c:pt>
                <c:pt idx="865">
                  <c:v>44773</c:v>
                </c:pt>
                <c:pt idx="866">
                  <c:v>44774</c:v>
                </c:pt>
                <c:pt idx="867">
                  <c:v>44774</c:v>
                </c:pt>
                <c:pt idx="868">
                  <c:v>44774</c:v>
                </c:pt>
                <c:pt idx="869">
                  <c:v>44774</c:v>
                </c:pt>
                <c:pt idx="870">
                  <c:v>44775</c:v>
                </c:pt>
                <c:pt idx="871">
                  <c:v>44775</c:v>
                </c:pt>
                <c:pt idx="872">
                  <c:v>44775</c:v>
                </c:pt>
                <c:pt idx="873">
                  <c:v>44775</c:v>
                </c:pt>
                <c:pt idx="874">
                  <c:v>44776</c:v>
                </c:pt>
                <c:pt idx="875">
                  <c:v>44776</c:v>
                </c:pt>
                <c:pt idx="876">
                  <c:v>44776</c:v>
                </c:pt>
                <c:pt idx="877">
                  <c:v>44776</c:v>
                </c:pt>
                <c:pt idx="878">
                  <c:v>44777</c:v>
                </c:pt>
                <c:pt idx="879">
                  <c:v>44777</c:v>
                </c:pt>
                <c:pt idx="880">
                  <c:v>44777</c:v>
                </c:pt>
                <c:pt idx="881">
                  <c:v>44777</c:v>
                </c:pt>
                <c:pt idx="882">
                  <c:v>44777</c:v>
                </c:pt>
                <c:pt idx="883">
                  <c:v>44778</c:v>
                </c:pt>
                <c:pt idx="884">
                  <c:v>44778</c:v>
                </c:pt>
                <c:pt idx="885">
                  <c:v>44778</c:v>
                </c:pt>
                <c:pt idx="886">
                  <c:v>44778</c:v>
                </c:pt>
                <c:pt idx="887">
                  <c:v>44779</c:v>
                </c:pt>
                <c:pt idx="888">
                  <c:v>44779</c:v>
                </c:pt>
                <c:pt idx="889">
                  <c:v>44779</c:v>
                </c:pt>
                <c:pt idx="890">
                  <c:v>44779</c:v>
                </c:pt>
                <c:pt idx="891">
                  <c:v>44780</c:v>
                </c:pt>
                <c:pt idx="892">
                  <c:v>44780</c:v>
                </c:pt>
                <c:pt idx="893">
                  <c:v>44780</c:v>
                </c:pt>
                <c:pt idx="894">
                  <c:v>44780</c:v>
                </c:pt>
                <c:pt idx="895">
                  <c:v>44781</c:v>
                </c:pt>
                <c:pt idx="896">
                  <c:v>44781</c:v>
                </c:pt>
                <c:pt idx="897">
                  <c:v>44781</c:v>
                </c:pt>
                <c:pt idx="898">
                  <c:v>44781</c:v>
                </c:pt>
                <c:pt idx="899">
                  <c:v>44782</c:v>
                </c:pt>
                <c:pt idx="900">
                  <c:v>44782</c:v>
                </c:pt>
                <c:pt idx="901">
                  <c:v>44782</c:v>
                </c:pt>
                <c:pt idx="902">
                  <c:v>44782</c:v>
                </c:pt>
                <c:pt idx="903">
                  <c:v>44783</c:v>
                </c:pt>
                <c:pt idx="904">
                  <c:v>44783</c:v>
                </c:pt>
                <c:pt idx="905">
                  <c:v>44783</c:v>
                </c:pt>
                <c:pt idx="906">
                  <c:v>44783</c:v>
                </c:pt>
                <c:pt idx="907">
                  <c:v>44783</c:v>
                </c:pt>
                <c:pt idx="908">
                  <c:v>44784</c:v>
                </c:pt>
                <c:pt idx="909">
                  <c:v>44784</c:v>
                </c:pt>
                <c:pt idx="910">
                  <c:v>44784</c:v>
                </c:pt>
                <c:pt idx="911">
                  <c:v>44784</c:v>
                </c:pt>
                <c:pt idx="912">
                  <c:v>44785</c:v>
                </c:pt>
                <c:pt idx="913">
                  <c:v>44785</c:v>
                </c:pt>
                <c:pt idx="914">
                  <c:v>44785</c:v>
                </c:pt>
                <c:pt idx="915">
                  <c:v>44785</c:v>
                </c:pt>
                <c:pt idx="916">
                  <c:v>44785</c:v>
                </c:pt>
                <c:pt idx="917">
                  <c:v>44786</c:v>
                </c:pt>
                <c:pt idx="918">
                  <c:v>44786</c:v>
                </c:pt>
                <c:pt idx="919">
                  <c:v>44786</c:v>
                </c:pt>
                <c:pt idx="920">
                  <c:v>44786</c:v>
                </c:pt>
                <c:pt idx="921">
                  <c:v>44786</c:v>
                </c:pt>
                <c:pt idx="922">
                  <c:v>44787</c:v>
                </c:pt>
                <c:pt idx="923">
                  <c:v>44787</c:v>
                </c:pt>
                <c:pt idx="924">
                  <c:v>44787</c:v>
                </c:pt>
                <c:pt idx="925">
                  <c:v>44787</c:v>
                </c:pt>
                <c:pt idx="926">
                  <c:v>44788</c:v>
                </c:pt>
                <c:pt idx="927">
                  <c:v>44788</c:v>
                </c:pt>
                <c:pt idx="928">
                  <c:v>44788</c:v>
                </c:pt>
                <c:pt idx="929">
                  <c:v>44788</c:v>
                </c:pt>
                <c:pt idx="930">
                  <c:v>44788</c:v>
                </c:pt>
                <c:pt idx="931">
                  <c:v>44789</c:v>
                </c:pt>
                <c:pt idx="932">
                  <c:v>44789</c:v>
                </c:pt>
                <c:pt idx="933">
                  <c:v>44789</c:v>
                </c:pt>
                <c:pt idx="934">
                  <c:v>44789</c:v>
                </c:pt>
                <c:pt idx="935">
                  <c:v>44790</c:v>
                </c:pt>
                <c:pt idx="936">
                  <c:v>44790</c:v>
                </c:pt>
                <c:pt idx="937">
                  <c:v>44790</c:v>
                </c:pt>
                <c:pt idx="938">
                  <c:v>44790</c:v>
                </c:pt>
                <c:pt idx="939">
                  <c:v>44791</c:v>
                </c:pt>
                <c:pt idx="940">
                  <c:v>44791</c:v>
                </c:pt>
                <c:pt idx="941">
                  <c:v>44791</c:v>
                </c:pt>
                <c:pt idx="942">
                  <c:v>44791</c:v>
                </c:pt>
                <c:pt idx="943">
                  <c:v>44792</c:v>
                </c:pt>
                <c:pt idx="944">
                  <c:v>44792</c:v>
                </c:pt>
                <c:pt idx="945">
                  <c:v>44792</c:v>
                </c:pt>
                <c:pt idx="946">
                  <c:v>44792</c:v>
                </c:pt>
                <c:pt idx="947">
                  <c:v>44793</c:v>
                </c:pt>
                <c:pt idx="948">
                  <c:v>44793</c:v>
                </c:pt>
                <c:pt idx="949">
                  <c:v>44793</c:v>
                </c:pt>
                <c:pt idx="950">
                  <c:v>44793</c:v>
                </c:pt>
                <c:pt idx="951">
                  <c:v>44794</c:v>
                </c:pt>
                <c:pt idx="952">
                  <c:v>44794</c:v>
                </c:pt>
                <c:pt idx="953">
                  <c:v>44794</c:v>
                </c:pt>
                <c:pt idx="954">
                  <c:v>44794</c:v>
                </c:pt>
                <c:pt idx="955">
                  <c:v>44795</c:v>
                </c:pt>
                <c:pt idx="956">
                  <c:v>44795</c:v>
                </c:pt>
                <c:pt idx="957">
                  <c:v>44795</c:v>
                </c:pt>
                <c:pt idx="958">
                  <c:v>44795</c:v>
                </c:pt>
                <c:pt idx="959">
                  <c:v>44796</c:v>
                </c:pt>
                <c:pt idx="960">
                  <c:v>44796</c:v>
                </c:pt>
                <c:pt idx="961">
                  <c:v>44796</c:v>
                </c:pt>
                <c:pt idx="962">
                  <c:v>44796</c:v>
                </c:pt>
                <c:pt idx="963">
                  <c:v>44797</c:v>
                </c:pt>
                <c:pt idx="964">
                  <c:v>44797</c:v>
                </c:pt>
                <c:pt idx="965">
                  <c:v>44797</c:v>
                </c:pt>
                <c:pt idx="966">
                  <c:v>44797</c:v>
                </c:pt>
                <c:pt idx="967">
                  <c:v>44798</c:v>
                </c:pt>
                <c:pt idx="968">
                  <c:v>44798</c:v>
                </c:pt>
                <c:pt idx="969">
                  <c:v>44798</c:v>
                </c:pt>
                <c:pt idx="970">
                  <c:v>44798</c:v>
                </c:pt>
                <c:pt idx="971">
                  <c:v>44799</c:v>
                </c:pt>
                <c:pt idx="972">
                  <c:v>44799</c:v>
                </c:pt>
                <c:pt idx="973">
                  <c:v>44799</c:v>
                </c:pt>
                <c:pt idx="974">
                  <c:v>44799</c:v>
                </c:pt>
                <c:pt idx="975">
                  <c:v>44800</c:v>
                </c:pt>
                <c:pt idx="976">
                  <c:v>44800</c:v>
                </c:pt>
                <c:pt idx="977">
                  <c:v>44800</c:v>
                </c:pt>
                <c:pt idx="978">
                  <c:v>44800</c:v>
                </c:pt>
                <c:pt idx="979">
                  <c:v>44801</c:v>
                </c:pt>
                <c:pt idx="980">
                  <c:v>44801</c:v>
                </c:pt>
                <c:pt idx="981">
                  <c:v>44801</c:v>
                </c:pt>
                <c:pt idx="982">
                  <c:v>44801</c:v>
                </c:pt>
                <c:pt idx="983">
                  <c:v>44802</c:v>
                </c:pt>
                <c:pt idx="984">
                  <c:v>44802</c:v>
                </c:pt>
                <c:pt idx="985">
                  <c:v>44802</c:v>
                </c:pt>
                <c:pt idx="986">
                  <c:v>44802</c:v>
                </c:pt>
                <c:pt idx="987">
                  <c:v>44803</c:v>
                </c:pt>
                <c:pt idx="988">
                  <c:v>44803</c:v>
                </c:pt>
                <c:pt idx="989">
                  <c:v>44803</c:v>
                </c:pt>
                <c:pt idx="990">
                  <c:v>44803</c:v>
                </c:pt>
                <c:pt idx="991">
                  <c:v>44804</c:v>
                </c:pt>
                <c:pt idx="992">
                  <c:v>44804</c:v>
                </c:pt>
                <c:pt idx="993">
                  <c:v>44804</c:v>
                </c:pt>
                <c:pt idx="994">
                  <c:v>44804</c:v>
                </c:pt>
                <c:pt idx="995">
                  <c:v>44805</c:v>
                </c:pt>
                <c:pt idx="996">
                  <c:v>44805</c:v>
                </c:pt>
                <c:pt idx="997">
                  <c:v>44805</c:v>
                </c:pt>
                <c:pt idx="998">
                  <c:v>44805</c:v>
                </c:pt>
                <c:pt idx="999">
                  <c:v>44806</c:v>
                </c:pt>
                <c:pt idx="1000">
                  <c:v>44806</c:v>
                </c:pt>
                <c:pt idx="1001">
                  <c:v>44806</c:v>
                </c:pt>
                <c:pt idx="1002">
                  <c:v>44806</c:v>
                </c:pt>
                <c:pt idx="1003">
                  <c:v>44807</c:v>
                </c:pt>
                <c:pt idx="1004">
                  <c:v>44807</c:v>
                </c:pt>
                <c:pt idx="1005">
                  <c:v>44807</c:v>
                </c:pt>
                <c:pt idx="1006">
                  <c:v>44807</c:v>
                </c:pt>
                <c:pt idx="1007">
                  <c:v>44808</c:v>
                </c:pt>
                <c:pt idx="1008">
                  <c:v>44808</c:v>
                </c:pt>
                <c:pt idx="1009">
                  <c:v>44808</c:v>
                </c:pt>
                <c:pt idx="1010">
                  <c:v>44808</c:v>
                </c:pt>
                <c:pt idx="1011">
                  <c:v>44809</c:v>
                </c:pt>
                <c:pt idx="1012">
                  <c:v>44809</c:v>
                </c:pt>
                <c:pt idx="1013">
                  <c:v>44809</c:v>
                </c:pt>
                <c:pt idx="1014">
                  <c:v>44809</c:v>
                </c:pt>
                <c:pt idx="1015">
                  <c:v>44810</c:v>
                </c:pt>
                <c:pt idx="1016">
                  <c:v>44810</c:v>
                </c:pt>
                <c:pt idx="1017">
                  <c:v>44810</c:v>
                </c:pt>
                <c:pt idx="1018">
                  <c:v>44810</c:v>
                </c:pt>
                <c:pt idx="1019">
                  <c:v>44811</c:v>
                </c:pt>
                <c:pt idx="1020">
                  <c:v>44811</c:v>
                </c:pt>
                <c:pt idx="1021">
                  <c:v>44811</c:v>
                </c:pt>
                <c:pt idx="1022">
                  <c:v>44811</c:v>
                </c:pt>
                <c:pt idx="1023">
                  <c:v>44812</c:v>
                </c:pt>
                <c:pt idx="1024">
                  <c:v>44812</c:v>
                </c:pt>
                <c:pt idx="1025">
                  <c:v>44812</c:v>
                </c:pt>
                <c:pt idx="1026">
                  <c:v>44812</c:v>
                </c:pt>
                <c:pt idx="1027">
                  <c:v>44813</c:v>
                </c:pt>
                <c:pt idx="1028">
                  <c:v>44813</c:v>
                </c:pt>
                <c:pt idx="1029">
                  <c:v>44813</c:v>
                </c:pt>
                <c:pt idx="1030">
                  <c:v>44813</c:v>
                </c:pt>
                <c:pt idx="1031">
                  <c:v>44814</c:v>
                </c:pt>
                <c:pt idx="1032">
                  <c:v>44814</c:v>
                </c:pt>
                <c:pt idx="1033">
                  <c:v>44814</c:v>
                </c:pt>
                <c:pt idx="1034">
                  <c:v>44814</c:v>
                </c:pt>
                <c:pt idx="1035">
                  <c:v>44815</c:v>
                </c:pt>
                <c:pt idx="1036">
                  <c:v>44815</c:v>
                </c:pt>
                <c:pt idx="1037">
                  <c:v>44815</c:v>
                </c:pt>
                <c:pt idx="1038">
                  <c:v>44815</c:v>
                </c:pt>
                <c:pt idx="1039">
                  <c:v>44815</c:v>
                </c:pt>
                <c:pt idx="1040">
                  <c:v>44816</c:v>
                </c:pt>
                <c:pt idx="1041">
                  <c:v>44816</c:v>
                </c:pt>
                <c:pt idx="1042">
                  <c:v>44816</c:v>
                </c:pt>
                <c:pt idx="1043">
                  <c:v>44816</c:v>
                </c:pt>
                <c:pt idx="1044">
                  <c:v>44817</c:v>
                </c:pt>
                <c:pt idx="1045">
                  <c:v>44817</c:v>
                </c:pt>
                <c:pt idx="1046">
                  <c:v>44817</c:v>
                </c:pt>
                <c:pt idx="1047">
                  <c:v>44817</c:v>
                </c:pt>
                <c:pt idx="1048">
                  <c:v>44818</c:v>
                </c:pt>
                <c:pt idx="1049">
                  <c:v>44818</c:v>
                </c:pt>
                <c:pt idx="1050">
                  <c:v>44818</c:v>
                </c:pt>
                <c:pt idx="1051">
                  <c:v>44818</c:v>
                </c:pt>
                <c:pt idx="1052">
                  <c:v>44819</c:v>
                </c:pt>
                <c:pt idx="1053">
                  <c:v>44819</c:v>
                </c:pt>
                <c:pt idx="1054">
                  <c:v>44819</c:v>
                </c:pt>
                <c:pt idx="1055">
                  <c:v>44819</c:v>
                </c:pt>
                <c:pt idx="1056">
                  <c:v>44820</c:v>
                </c:pt>
                <c:pt idx="1057">
                  <c:v>44820</c:v>
                </c:pt>
                <c:pt idx="1058">
                  <c:v>44820</c:v>
                </c:pt>
                <c:pt idx="1059">
                  <c:v>44820</c:v>
                </c:pt>
                <c:pt idx="1060">
                  <c:v>44821</c:v>
                </c:pt>
                <c:pt idx="1061">
                  <c:v>44821</c:v>
                </c:pt>
                <c:pt idx="1062">
                  <c:v>44821</c:v>
                </c:pt>
                <c:pt idx="1063">
                  <c:v>44821</c:v>
                </c:pt>
                <c:pt idx="1064">
                  <c:v>44821</c:v>
                </c:pt>
                <c:pt idx="1065">
                  <c:v>44822</c:v>
                </c:pt>
                <c:pt idx="1066">
                  <c:v>44822</c:v>
                </c:pt>
                <c:pt idx="1067">
                  <c:v>44822</c:v>
                </c:pt>
                <c:pt idx="1068">
                  <c:v>44822</c:v>
                </c:pt>
                <c:pt idx="1069">
                  <c:v>44823</c:v>
                </c:pt>
                <c:pt idx="1070">
                  <c:v>44823</c:v>
                </c:pt>
                <c:pt idx="1071">
                  <c:v>44823</c:v>
                </c:pt>
                <c:pt idx="1072">
                  <c:v>44823</c:v>
                </c:pt>
                <c:pt idx="1073">
                  <c:v>44824</c:v>
                </c:pt>
                <c:pt idx="1074">
                  <c:v>44824</c:v>
                </c:pt>
                <c:pt idx="1075">
                  <c:v>44824</c:v>
                </c:pt>
                <c:pt idx="1076">
                  <c:v>44824</c:v>
                </c:pt>
                <c:pt idx="1077">
                  <c:v>44825</c:v>
                </c:pt>
                <c:pt idx="1078">
                  <c:v>44825</c:v>
                </c:pt>
                <c:pt idx="1079">
                  <c:v>44825</c:v>
                </c:pt>
                <c:pt idx="1080">
                  <c:v>44825</c:v>
                </c:pt>
                <c:pt idx="1081">
                  <c:v>44825</c:v>
                </c:pt>
                <c:pt idx="1082">
                  <c:v>44826</c:v>
                </c:pt>
                <c:pt idx="1083">
                  <c:v>44826</c:v>
                </c:pt>
                <c:pt idx="1084">
                  <c:v>44826</c:v>
                </c:pt>
                <c:pt idx="1085">
                  <c:v>44826</c:v>
                </c:pt>
                <c:pt idx="1086">
                  <c:v>44827</c:v>
                </c:pt>
                <c:pt idx="1087">
                  <c:v>44827</c:v>
                </c:pt>
                <c:pt idx="1088">
                  <c:v>44827</c:v>
                </c:pt>
                <c:pt idx="1089">
                  <c:v>44827</c:v>
                </c:pt>
                <c:pt idx="1090">
                  <c:v>44828</c:v>
                </c:pt>
                <c:pt idx="1091">
                  <c:v>44828</c:v>
                </c:pt>
                <c:pt idx="1092">
                  <c:v>44828</c:v>
                </c:pt>
                <c:pt idx="1093">
                  <c:v>44828</c:v>
                </c:pt>
                <c:pt idx="1094">
                  <c:v>44829</c:v>
                </c:pt>
                <c:pt idx="1095">
                  <c:v>44829</c:v>
                </c:pt>
                <c:pt idx="1096">
                  <c:v>44829</c:v>
                </c:pt>
                <c:pt idx="1097">
                  <c:v>44829</c:v>
                </c:pt>
                <c:pt idx="1098">
                  <c:v>44830</c:v>
                </c:pt>
                <c:pt idx="1099">
                  <c:v>44830</c:v>
                </c:pt>
                <c:pt idx="1100">
                  <c:v>44830</c:v>
                </c:pt>
                <c:pt idx="1101">
                  <c:v>44830</c:v>
                </c:pt>
                <c:pt idx="1102">
                  <c:v>44831</c:v>
                </c:pt>
                <c:pt idx="1103">
                  <c:v>44831</c:v>
                </c:pt>
                <c:pt idx="1104">
                  <c:v>44831</c:v>
                </c:pt>
                <c:pt idx="1105">
                  <c:v>44831</c:v>
                </c:pt>
                <c:pt idx="1106">
                  <c:v>44832</c:v>
                </c:pt>
                <c:pt idx="1107">
                  <c:v>44832</c:v>
                </c:pt>
                <c:pt idx="1108">
                  <c:v>44832</c:v>
                </c:pt>
                <c:pt idx="1109">
                  <c:v>44832</c:v>
                </c:pt>
                <c:pt idx="1110">
                  <c:v>44833</c:v>
                </c:pt>
                <c:pt idx="1111">
                  <c:v>44833</c:v>
                </c:pt>
                <c:pt idx="1112">
                  <c:v>44833</c:v>
                </c:pt>
                <c:pt idx="1113">
                  <c:v>44833</c:v>
                </c:pt>
                <c:pt idx="1114">
                  <c:v>44834</c:v>
                </c:pt>
                <c:pt idx="1115">
                  <c:v>44834</c:v>
                </c:pt>
                <c:pt idx="1116">
                  <c:v>44834</c:v>
                </c:pt>
                <c:pt idx="1117">
                  <c:v>44834</c:v>
                </c:pt>
              </c:numCache>
            </c:numRef>
          </c:cat>
          <c:val>
            <c:numRef>
              <c:f>full_web!$J$2:$J$1395</c:f>
              <c:numCache>
                <c:formatCode>General</c:formatCode>
                <c:ptCount val="139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4.29053153115219E-4</c:v>
                </c:pt>
                <c:pt idx="26">
                  <c:v>3.7707019148179615E-4</c:v>
                </c:pt>
                <c:pt idx="27">
                  <c:v>2.6324926691619895E-4</c:v>
                </c:pt>
                <c:pt idx="28">
                  <c:v>2.1111355864973714E-4</c:v>
                </c:pt>
                <c:pt idx="29">
                  <c:v>2.4611684706641332E-4</c:v>
                </c:pt>
                <c:pt idx="30">
                  <c:v>2.0209823920960715E-4</c:v>
                </c:pt>
                <c:pt idx="31">
                  <c:v>1.0456877295066234E-4</c:v>
                </c:pt>
                <c:pt idx="32">
                  <c:v>6.6732654187126017E-5</c:v>
                </c:pt>
                <c:pt idx="33">
                  <c:v>1.3832377831905307E-4</c:v>
                </c:pt>
                <c:pt idx="34">
                  <c:v>5.2408846581491769E-5</c:v>
                </c:pt>
                <c:pt idx="35">
                  <c:v>2.3936359967170491E-5</c:v>
                </c:pt>
                <c:pt idx="36">
                  <c:v>-3.9435691622415183E-6</c:v>
                </c:pt>
                <c:pt idx="37">
                  <c:v>1.2820427791323941E-4</c:v>
                </c:pt>
                <c:pt idx="38">
                  <c:v>6.8580043908030312E-5</c:v>
                </c:pt>
                <c:pt idx="39">
                  <c:v>4.5580548944017698E-5</c:v>
                </c:pt>
                <c:pt idx="40">
                  <c:v>-1.8117047466664381E-5</c:v>
                </c:pt>
                <c:pt idx="41">
                  <c:v>7.5559052377486096E-5</c:v>
                </c:pt>
                <c:pt idx="42">
                  <c:v>6.0850108521444464E-5</c:v>
                </c:pt>
                <c:pt idx="43">
                  <c:v>4.3653565640092054E-5</c:v>
                </c:pt>
                <c:pt idx="44">
                  <c:v>2.6872118623895344E-5</c:v>
                </c:pt>
                <c:pt idx="45">
                  <c:v>2.7695884996924039E-4</c:v>
                </c:pt>
                <c:pt idx="46">
                  <c:v>2.6472134157683207E-4</c:v>
                </c:pt>
                <c:pt idx="47">
                  <c:v>2.4933358459430338E-4</c:v>
                </c:pt>
                <c:pt idx="48">
                  <c:v>2.0235679701165079E-4</c:v>
                </c:pt>
                <c:pt idx="49">
                  <c:v>3.631345747081895E-4</c:v>
                </c:pt>
                <c:pt idx="50">
                  <c:v>3.5344415521818326E-4</c:v>
                </c:pt>
                <c:pt idx="51">
                  <c:v>3.4121519586185665E-4</c:v>
                </c:pt>
                <c:pt idx="52">
                  <c:v>3.2993979313845906E-4</c:v>
                </c:pt>
                <c:pt idx="53">
                  <c:v>3.4152600262147827E-4</c:v>
                </c:pt>
                <c:pt idx="54">
                  <c:v>3.3265616415957354E-4</c:v>
                </c:pt>
                <c:pt idx="55">
                  <c:v>2.9194136113830252E-4</c:v>
                </c:pt>
                <c:pt idx="56">
                  <c:v>2.5219729611047318E-4</c:v>
                </c:pt>
                <c:pt idx="57">
                  <c:v>2.7458315231935348E-4</c:v>
                </c:pt>
                <c:pt idx="58">
                  <c:v>2.4131206367989326E-4</c:v>
                </c:pt>
                <c:pt idx="59">
                  <c:v>2.0780116055208988E-4</c:v>
                </c:pt>
                <c:pt idx="60">
                  <c:v>1.7351781617469276E-4</c:v>
                </c:pt>
                <c:pt idx="61">
                  <c:v>1.7925975349040657E-4</c:v>
                </c:pt>
                <c:pt idx="62">
                  <c:v>1.5064961349009904E-4</c:v>
                </c:pt>
                <c:pt idx="63">
                  <c:v>1.4587406588829958E-4</c:v>
                </c:pt>
                <c:pt idx="64">
                  <c:v>1.146939356571504E-4</c:v>
                </c:pt>
                <c:pt idx="65">
                  <c:v>1.2016875906280958E-4</c:v>
                </c:pt>
                <c:pt idx="66">
                  <c:v>9.743739097664194E-5</c:v>
                </c:pt>
                <c:pt idx="67">
                  <c:v>6.7369308181999192E-5</c:v>
                </c:pt>
                <c:pt idx="68">
                  <c:v>4.2007996220672389E-5</c:v>
                </c:pt>
                <c:pt idx="69">
                  <c:v>3.9854183592215346E-5</c:v>
                </c:pt>
                <c:pt idx="70">
                  <c:v>1.5779029904597556E-4</c:v>
                </c:pt>
                <c:pt idx="71">
                  <c:v>1.388349198160507E-4</c:v>
                </c:pt>
                <c:pt idx="72">
                  <c:v>1.37161157983127E-4</c:v>
                </c:pt>
                <c:pt idx="73">
                  <c:v>1.1342225740308684E-4</c:v>
                </c:pt>
                <c:pt idx="74">
                  <c:v>1.0630069114593209E-4</c:v>
                </c:pt>
                <c:pt idx="75">
                  <c:v>1.0547481813741349E-4</c:v>
                </c:pt>
                <c:pt idx="76">
                  <c:v>1.0431555574964516E-4</c:v>
                </c:pt>
                <c:pt idx="77">
                  <c:v>8.3082973224527621E-5</c:v>
                </c:pt>
                <c:pt idx="78">
                  <c:v>7.9487684257344626E-5</c:v>
                </c:pt>
                <c:pt idx="79">
                  <c:v>7.9105100263033237E-5</c:v>
                </c:pt>
                <c:pt idx="80">
                  <c:v>5.9697995867271617E-5</c:v>
                </c:pt>
                <c:pt idx="81">
                  <c:v>5.9271426222672582E-5</c:v>
                </c:pt>
                <c:pt idx="82">
                  <c:v>1.1441078574915754E-4</c:v>
                </c:pt>
                <c:pt idx="83">
                  <c:v>1.1406441135639014E-4</c:v>
                </c:pt>
                <c:pt idx="84">
                  <c:v>9.4637180804673786E-5</c:v>
                </c:pt>
                <c:pt idx="85">
                  <c:v>7.6487436671594352E-5</c:v>
                </c:pt>
                <c:pt idx="86">
                  <c:v>7.6030895633582004E-5</c:v>
                </c:pt>
                <c:pt idx="87">
                  <c:v>7.6188016580064832E-5</c:v>
                </c:pt>
                <c:pt idx="88">
                  <c:v>5.8301291610229463E-5</c:v>
                </c:pt>
                <c:pt idx="89">
                  <c:v>4.1112810068648345E-5</c:v>
                </c:pt>
                <c:pt idx="90">
                  <c:v>3.9324294066371986E-5</c:v>
                </c:pt>
                <c:pt idx="91">
                  <c:v>3.9902254653946576E-5</c:v>
                </c:pt>
                <c:pt idx="92">
                  <c:v>4.049569385806299E-5</c:v>
                </c:pt>
                <c:pt idx="93">
                  <c:v>2.3750383135675206E-5</c:v>
                </c:pt>
                <c:pt idx="94">
                  <c:v>9.7355151023596371E-5</c:v>
                </c:pt>
                <c:pt idx="95">
                  <c:v>8.4754498133279832E-5</c:v>
                </c:pt>
                <c:pt idx="96">
                  <c:v>6.9886039172650165E-5</c:v>
                </c:pt>
                <c:pt idx="97">
                  <c:v>5.5236645627942694E-5</c:v>
                </c:pt>
                <c:pt idx="98">
                  <c:v>1.1539428186339862E-4</c:v>
                </c:pt>
                <c:pt idx="99">
                  <c:v>1.0532670201524836E-4</c:v>
                </c:pt>
                <c:pt idx="100">
                  <c:v>9.1279024754208657E-5</c:v>
                </c:pt>
                <c:pt idx="101">
                  <c:v>7.8397639896194505E-5</c:v>
                </c:pt>
                <c:pt idx="102">
                  <c:v>6.5162790462463413E-5</c:v>
                </c:pt>
                <c:pt idx="103">
                  <c:v>5.3935127636014067E-5</c:v>
                </c:pt>
                <c:pt idx="104">
                  <c:v>5.5761673933466816E-5</c:v>
                </c:pt>
                <c:pt idx="105">
                  <c:v>4.3116878009446274E-5</c:v>
                </c:pt>
                <c:pt idx="106">
                  <c:v>3.1392871846820467E-5</c:v>
                </c:pt>
                <c:pt idx="107">
                  <c:v>3.283971612822378E-5</c:v>
                </c:pt>
                <c:pt idx="108">
                  <c:v>3.4789334484499643E-5</c:v>
                </c:pt>
                <c:pt idx="109">
                  <c:v>3.655410215326028E-5</c:v>
                </c:pt>
                <c:pt idx="110">
                  <c:v>2.4702121535496926E-5</c:v>
                </c:pt>
                <c:pt idx="111">
                  <c:v>1.7533574812634776E-5</c:v>
                </c:pt>
                <c:pt idx="112">
                  <c:v>1.9123057783334049E-5</c:v>
                </c:pt>
                <c:pt idx="113">
                  <c:v>6.7453618527432197E-6</c:v>
                </c:pt>
                <c:pt idx="114">
                  <c:v>8.6722899292224954E-6</c:v>
                </c:pt>
                <c:pt idx="115">
                  <c:v>1.0624437777732685E-5</c:v>
                </c:pt>
                <c:pt idx="116">
                  <c:v>2.2347663320361754E-5</c:v>
                </c:pt>
                <c:pt idx="117">
                  <c:v>2.401319831167544E-5</c:v>
                </c:pt>
                <c:pt idx="118">
                  <c:v>1.2208566423689427E-5</c:v>
                </c:pt>
                <c:pt idx="119">
                  <c:v>1.4155036137678942E-5</c:v>
                </c:pt>
                <c:pt idx="120">
                  <c:v>1.6151966176769526E-5</c:v>
                </c:pt>
                <c:pt idx="121">
                  <c:v>3.3251498308492225E-5</c:v>
                </c:pt>
                <c:pt idx="122">
                  <c:v>2.3948349369500735E-5</c:v>
                </c:pt>
                <c:pt idx="123">
                  <c:v>1.3550865235354296E-5</c:v>
                </c:pt>
                <c:pt idx="124">
                  <c:v>1.5677362985931449E-5</c:v>
                </c:pt>
                <c:pt idx="125">
                  <c:v>5.9612779309540793E-5</c:v>
                </c:pt>
                <c:pt idx="126">
                  <c:v>6.1428632802008719E-5</c:v>
                </c:pt>
                <c:pt idx="127">
                  <c:v>5.1745737758499576E-5</c:v>
                </c:pt>
                <c:pt idx="128">
                  <c:v>4.1939835933971152E-5</c:v>
                </c:pt>
                <c:pt idx="129">
                  <c:v>2.9787284850122966E-5</c:v>
                </c:pt>
                <c:pt idx="130">
                  <c:v>2.1913167096133674E-5</c:v>
                </c:pt>
                <c:pt idx="131">
                  <c:v>2.4093892970987191E-5</c:v>
                </c:pt>
                <c:pt idx="132">
                  <c:v>1.4789931998948085E-5</c:v>
                </c:pt>
                <c:pt idx="133">
                  <c:v>5.8326771807653355E-5</c:v>
                </c:pt>
                <c:pt idx="134">
                  <c:v>5.1070211383869343E-5</c:v>
                </c:pt>
                <c:pt idx="135">
                  <c:v>4.2726105939159094E-5</c:v>
                </c:pt>
                <c:pt idx="136">
                  <c:v>3.4401550725293668E-5</c:v>
                </c:pt>
                <c:pt idx="137">
                  <c:v>7.4822031609408582E-5</c:v>
                </c:pt>
                <c:pt idx="138">
                  <c:v>7.6702321537254882E-5</c:v>
                </c:pt>
                <c:pt idx="139">
                  <c:v>6.8236197216594945E-5</c:v>
                </c:pt>
                <c:pt idx="140">
                  <c:v>7.053961470575747E-5</c:v>
                </c:pt>
                <c:pt idx="141">
                  <c:v>9.5738597208477966E-5</c:v>
                </c:pt>
                <c:pt idx="142">
                  <c:v>9.7773547701498481E-5</c:v>
                </c:pt>
                <c:pt idx="143">
                  <c:v>8.9685684040882862E-5</c:v>
                </c:pt>
                <c:pt idx="144">
                  <c:v>9.2074341151748452E-5</c:v>
                </c:pt>
                <c:pt idx="145">
                  <c:v>9.9205868316876405E-5</c:v>
                </c:pt>
                <c:pt idx="146">
                  <c:v>9.1877997745146161E-5</c:v>
                </c:pt>
                <c:pt idx="147">
                  <c:v>9.4185551654558778E-5</c:v>
                </c:pt>
                <c:pt idx="148">
                  <c:v>9.6496075687358391E-5</c:v>
                </c:pt>
                <c:pt idx="149">
                  <c:v>1.1151704747778472E-4</c:v>
                </c:pt>
                <c:pt idx="150">
                  <c:v>1.0496975849826974E-4</c:v>
                </c:pt>
                <c:pt idx="151">
                  <c:v>9.7592241407142469E-5</c:v>
                </c:pt>
                <c:pt idx="152">
                  <c:v>9.0376073570191419E-5</c:v>
                </c:pt>
                <c:pt idx="153">
                  <c:v>7.2600713859821152E-5</c:v>
                </c:pt>
                <c:pt idx="154">
                  <c:v>6.6681217067998512E-5</c:v>
                </c:pt>
                <c:pt idx="155">
                  <c:v>6.0107078507320828E-5</c:v>
                </c:pt>
                <c:pt idx="156">
                  <c:v>6.2459241990206959E-5</c:v>
                </c:pt>
                <c:pt idx="157">
                  <c:v>4.5534019358491055E-5</c:v>
                </c:pt>
                <c:pt idx="158">
                  <c:v>4.7372629260588657E-5</c:v>
                </c:pt>
                <c:pt idx="159">
                  <c:v>4.0960456659339121E-5</c:v>
                </c:pt>
                <c:pt idx="160">
                  <c:v>3.4779864669983516E-5</c:v>
                </c:pt>
                <c:pt idx="161">
                  <c:v>6.5998611522921115E-5</c:v>
                </c:pt>
                <c:pt idx="162">
                  <c:v>6.1052174638743487E-5</c:v>
                </c:pt>
                <c:pt idx="163">
                  <c:v>5.5004937853137202E-5</c:v>
                </c:pt>
                <c:pt idx="164">
                  <c:v>5.7310172472617627E-5</c:v>
                </c:pt>
                <c:pt idx="165">
                  <c:v>4.2022576473897906E-5</c:v>
                </c:pt>
                <c:pt idx="166">
                  <c:v>4.3690003682005794E-5</c:v>
                </c:pt>
                <c:pt idx="167">
                  <c:v>3.7993700291101658E-5</c:v>
                </c:pt>
                <c:pt idx="168">
                  <c:v>-8.0876140440745821E-6</c:v>
                </c:pt>
                <c:pt idx="169">
                  <c:v>1.0586630800327625E-4</c:v>
                </c:pt>
                <c:pt idx="170">
                  <c:v>1.150171247749353E-4</c:v>
                </c:pt>
                <c:pt idx="171">
                  <c:v>1.0111050733079399E-4</c:v>
                </c:pt>
                <c:pt idx="172">
                  <c:v>1.0383106900806233E-4</c:v>
                </c:pt>
                <c:pt idx="173">
                  <c:v>1.2821050053535979E-4</c:v>
                </c:pt>
                <c:pt idx="174">
                  <c:v>6.3653967453160561E-5</c:v>
                </c:pt>
                <c:pt idx="175">
                  <c:v>2.6258537350829734E-5</c:v>
                </c:pt>
                <c:pt idx="176">
                  <c:v>-1.8662979895752913E-5</c:v>
                </c:pt>
                <c:pt idx="177">
                  <c:v>-2.5397037871919408E-5</c:v>
                </c:pt>
                <c:pt idx="178">
                  <c:v>-1.4875948993134886E-5</c:v>
                </c:pt>
                <c:pt idx="179">
                  <c:v>-7.8313285219371173E-5</c:v>
                </c:pt>
                <c:pt idx="180">
                  <c:v>-7.443485114600124E-5</c:v>
                </c:pt>
                <c:pt idx="181">
                  <c:v>-9.440543788743359E-5</c:v>
                </c:pt>
                <c:pt idx="182">
                  <c:v>1.7943097508285599E-4</c:v>
                </c:pt>
                <c:pt idx="183">
                  <c:v>1.4499184602526205E-4</c:v>
                </c:pt>
                <c:pt idx="184">
                  <c:v>1.1219339610703843E-4</c:v>
                </c:pt>
                <c:pt idx="185">
                  <c:v>7.3305232538501899E-5</c:v>
                </c:pt>
                <c:pt idx="186">
                  <c:v>3.2388149731956567E-4</c:v>
                </c:pt>
                <c:pt idx="187">
                  <c:v>3.0352015550749029E-4</c:v>
                </c:pt>
                <c:pt idx="188">
                  <c:v>3.079546251693966E-4</c:v>
                </c:pt>
                <c:pt idx="189">
                  <c:v>2.9087932328650961E-4</c:v>
                </c:pt>
                <c:pt idx="190">
                  <c:v>4.2620468096810196E-4</c:v>
                </c:pt>
                <c:pt idx="191">
                  <c:v>3.9627048676628521E-4</c:v>
                </c:pt>
                <c:pt idx="192">
                  <c:v>3.8606680882795769E-4</c:v>
                </c:pt>
                <c:pt idx="193">
                  <c:v>3.5646357544638114E-4</c:v>
                </c:pt>
                <c:pt idx="194">
                  <c:v>3.6119136615639244E-4</c:v>
                </c:pt>
                <c:pt idx="195">
                  <c:v>4.8897715419788182E-4</c:v>
                </c:pt>
                <c:pt idx="196">
                  <c:v>4.6450569733758154E-4</c:v>
                </c:pt>
                <c:pt idx="197">
                  <c:v>4.0829086868153882E-4</c:v>
                </c:pt>
                <c:pt idx="198">
                  <c:v>4.134276689769556E-4</c:v>
                </c:pt>
                <c:pt idx="199">
                  <c:v>4.7553259996339318E-4</c:v>
                </c:pt>
                <c:pt idx="200">
                  <c:v>4.5748961269806101E-4</c:v>
                </c:pt>
                <c:pt idx="201">
                  <c:v>4.4263138757660809E-4</c:v>
                </c:pt>
                <c:pt idx="202">
                  <c:v>3.985430066125882E-4</c:v>
                </c:pt>
                <c:pt idx="203">
                  <c:v>4.3130529680619761E-4</c:v>
                </c:pt>
                <c:pt idx="204">
                  <c:v>4.113106732888032E-4</c:v>
                </c:pt>
                <c:pt idx="205">
                  <c:v>4.2463609564055623E-4</c:v>
                </c:pt>
                <c:pt idx="206">
                  <c:v>3.981213638611853E-4</c:v>
                </c:pt>
                <c:pt idx="207">
                  <c:v>3.9083298895543656E-4</c:v>
                </c:pt>
                <c:pt idx="208">
                  <c:v>4.5559819175900563E-4</c:v>
                </c:pt>
                <c:pt idx="209">
                  <c:v>4.3163261655234975E-4</c:v>
                </c:pt>
                <c:pt idx="210">
                  <c:v>4.0704915464755419E-4</c:v>
                </c:pt>
                <c:pt idx="211">
                  <c:v>3.5538993072628229E-4</c:v>
                </c:pt>
                <c:pt idx="212">
                  <c:v>4.8460704836637174E-4</c:v>
                </c:pt>
                <c:pt idx="213">
                  <c:v>4.4499272361176899E-4</c:v>
                </c:pt>
                <c:pt idx="214">
                  <c:v>4.2025950298426007E-4</c:v>
                </c:pt>
                <c:pt idx="215">
                  <c:v>4.2072687686725655E-4</c:v>
                </c:pt>
                <c:pt idx="216">
                  <c:v>5.2162497193016237E-4</c:v>
                </c:pt>
                <c:pt idx="217">
                  <c:v>5.3278159513683724E-4</c:v>
                </c:pt>
                <c:pt idx="218">
                  <c:v>4.9734559597534671E-4</c:v>
                </c:pt>
                <c:pt idx="219">
                  <c:v>4.9191326443955355E-4</c:v>
                </c:pt>
                <c:pt idx="220">
                  <c:v>5.3146143008123582E-4</c:v>
                </c:pt>
                <c:pt idx="221">
                  <c:v>5.2711587670983481E-4</c:v>
                </c:pt>
                <c:pt idx="222">
                  <c:v>5.1038793341009461E-4</c:v>
                </c:pt>
                <c:pt idx="223">
                  <c:v>5.227145555163228E-4</c:v>
                </c:pt>
                <c:pt idx="224">
                  <c:v>8.8233898717767834E-4</c:v>
                </c:pt>
                <c:pt idx="225">
                  <c:v>8.6817570063912094E-4</c:v>
                </c:pt>
                <c:pt idx="226">
                  <c:v>8.5108200653525538E-4</c:v>
                </c:pt>
                <c:pt idx="227">
                  <c:v>8.6375955371034349E-4</c:v>
                </c:pt>
                <c:pt idx="228">
                  <c:v>8.6438233635896414E-4</c:v>
                </c:pt>
                <c:pt idx="229">
                  <c:v>8.3457314714422857E-4</c:v>
                </c:pt>
                <c:pt idx="230">
                  <c:v>8.008104599446363E-4</c:v>
                </c:pt>
                <c:pt idx="231">
                  <c:v>7.8982116056566202E-4</c:v>
                </c:pt>
                <c:pt idx="232">
                  <c:v>7.7964694721947315E-4</c:v>
                </c:pt>
                <c:pt idx="233">
                  <c:v>7.7487194105996748E-4</c:v>
                </c:pt>
                <c:pt idx="234">
                  <c:v>7.3923005317268935E-4</c:v>
                </c:pt>
                <c:pt idx="235">
                  <c:v>7.1127879667102654E-4</c:v>
                </c:pt>
                <c:pt idx="236">
                  <c:v>7.7947722391819702E-4</c:v>
                </c:pt>
                <c:pt idx="237">
                  <c:v>7.6184273221794859E-4</c:v>
                </c:pt>
                <c:pt idx="238">
                  <c:v>7.1947250310384393E-4</c:v>
                </c:pt>
                <c:pt idx="239">
                  <c:v>7.0986340847616503E-4</c:v>
                </c:pt>
                <c:pt idx="240">
                  <c:v>7.8468072319570292E-4</c:v>
                </c:pt>
                <c:pt idx="241">
                  <c:v>7.728510748692412E-4</c:v>
                </c:pt>
                <c:pt idx="242">
                  <c:v>7.4189976394018311E-4</c:v>
                </c:pt>
                <c:pt idx="243">
                  <c:v>7.0101411302284111E-4</c:v>
                </c:pt>
                <c:pt idx="244">
                  <c:v>7.1939498256703418E-4</c:v>
                </c:pt>
                <c:pt idx="245">
                  <c:v>7.0809338965021501E-4</c:v>
                </c:pt>
                <c:pt idx="246">
                  <c:v>6.7344568118611235E-4</c:v>
                </c:pt>
                <c:pt idx="247">
                  <c:v>6.4045037218768376E-4</c:v>
                </c:pt>
                <c:pt idx="248">
                  <c:v>9.7992109310468295E-4</c:v>
                </c:pt>
                <c:pt idx="249">
                  <c:v>9.8202012039073526E-4</c:v>
                </c:pt>
                <c:pt idx="250">
                  <c:v>9.6909034791099594E-4</c:v>
                </c:pt>
                <c:pt idx="251">
                  <c:v>9.4600312801229581E-4</c:v>
                </c:pt>
                <c:pt idx="252">
                  <c:v>9.5141316923780749E-4</c:v>
                </c:pt>
                <c:pt idx="253">
                  <c:v>9.6246535979841819E-4</c:v>
                </c:pt>
                <c:pt idx="254">
                  <c:v>9.2871283571248743E-4</c:v>
                </c:pt>
                <c:pt idx="255">
                  <c:v>9.2119814148838928E-4</c:v>
                </c:pt>
                <c:pt idx="256">
                  <c:v>9.4878988291491285E-4</c:v>
                </c:pt>
                <c:pt idx="257">
                  <c:v>9.3077138893020916E-4</c:v>
                </c:pt>
                <c:pt idx="258">
                  <c:v>9.1291086701740032E-4</c:v>
                </c:pt>
                <c:pt idx="259">
                  <c:v>9.0027349767828068E-4</c:v>
                </c:pt>
                <c:pt idx="260">
                  <c:v>9.254054183482301E-4</c:v>
                </c:pt>
                <c:pt idx="261">
                  <c:v>9.1904666476731354E-4</c:v>
                </c:pt>
                <c:pt idx="262">
                  <c:v>8.8847940305478211E-4</c:v>
                </c:pt>
                <c:pt idx="263">
                  <c:v>8.6134816248667327E-4</c:v>
                </c:pt>
                <c:pt idx="264">
                  <c:v>9.1635300003317091E-4</c:v>
                </c:pt>
                <c:pt idx="265">
                  <c:v>8.9344912552319984E-4</c:v>
                </c:pt>
                <c:pt idx="266">
                  <c:v>8.730629188737274E-4</c:v>
                </c:pt>
                <c:pt idx="267">
                  <c:v>8.6667379535728176E-4</c:v>
                </c:pt>
                <c:pt idx="268">
                  <c:v>9.9110854353791984E-4</c:v>
                </c:pt>
                <c:pt idx="269">
                  <c:v>9.7535408400480496E-4</c:v>
                </c:pt>
                <c:pt idx="270">
                  <c:v>9.6953673911769718E-4</c:v>
                </c:pt>
                <c:pt idx="271">
                  <c:v>9.4959582147212905E-4</c:v>
                </c:pt>
                <c:pt idx="272">
                  <c:v>1.147958988448157E-3</c:v>
                </c:pt>
                <c:pt idx="273">
                  <c:v>1.1471170358770303E-3</c:v>
                </c:pt>
                <c:pt idx="274">
                  <c:v>1.1503511563909575E-3</c:v>
                </c:pt>
                <c:pt idx="275">
                  <c:v>1.1358642920816992E-3</c:v>
                </c:pt>
                <c:pt idx="276">
                  <c:v>1.2236625764228935E-3</c:v>
                </c:pt>
                <c:pt idx="277">
                  <c:v>1.2062403971659268E-3</c:v>
                </c:pt>
                <c:pt idx="278">
                  <c:v>1.1830148098029129E-3</c:v>
                </c:pt>
                <c:pt idx="279">
                  <c:v>1.1908817288906659E-3</c:v>
                </c:pt>
                <c:pt idx="280">
                  <c:v>1.1373149159070593E-3</c:v>
                </c:pt>
                <c:pt idx="281">
                  <c:v>1.1135950858472041E-3</c:v>
                </c:pt>
                <c:pt idx="282">
                  <c:v>1.1039597853548732E-3</c:v>
                </c:pt>
                <c:pt idx="283">
                  <c:v>1.0987928775318947E-3</c:v>
                </c:pt>
                <c:pt idx="284">
                  <c:v>1.0865402604990123E-3</c:v>
                </c:pt>
                <c:pt idx="285">
                  <c:v>1.0964023246954676E-3</c:v>
                </c:pt>
                <c:pt idx="286">
                  <c:v>1.08230117854829E-3</c:v>
                </c:pt>
                <c:pt idx="287">
                  <c:v>1.0503791436611589E-3</c:v>
                </c:pt>
                <c:pt idx="288">
                  <c:v>1.0493438623672088E-3</c:v>
                </c:pt>
                <c:pt idx="289">
                  <c:v>1.0486951413516863E-3</c:v>
                </c:pt>
                <c:pt idx="290">
                  <c:v>1.0525361966099215E-3</c:v>
                </c:pt>
                <c:pt idx="291">
                  <c:v>1.0394206738388707E-3</c:v>
                </c:pt>
                <c:pt idx="292">
                  <c:v>1.0344695505556181E-3</c:v>
                </c:pt>
                <c:pt idx="293">
                  <c:v>1.0515536845986935E-3</c:v>
                </c:pt>
                <c:pt idx="294">
                  <c:v>1.0223388860702361E-3</c:v>
                </c:pt>
                <c:pt idx="295">
                  <c:v>1.0126347484978998E-3</c:v>
                </c:pt>
                <c:pt idx="296">
                  <c:v>1.0163171392775995E-3</c:v>
                </c:pt>
                <c:pt idx="297">
                  <c:v>1.0072916829710606E-3</c:v>
                </c:pt>
                <c:pt idx="298">
                  <c:v>1.10701134954272E-3</c:v>
                </c:pt>
                <c:pt idx="299">
                  <c:v>1.0939592876466999E-3</c:v>
                </c:pt>
                <c:pt idx="300">
                  <c:v>1.0976846517781478E-3</c:v>
                </c:pt>
                <c:pt idx="301">
                  <c:v>1.1054155498801579E-3</c:v>
                </c:pt>
                <c:pt idx="302">
                  <c:v>1.2027668652759829E-3</c:v>
                </c:pt>
                <c:pt idx="303">
                  <c:v>1.2058663348932888E-3</c:v>
                </c:pt>
                <c:pt idx="304">
                  <c:v>1.1975583032306522E-3</c:v>
                </c:pt>
                <c:pt idx="305">
                  <c:v>1.1689433652765293E-3</c:v>
                </c:pt>
                <c:pt idx="306">
                  <c:v>1.1762633585709324E-3</c:v>
                </c:pt>
                <c:pt idx="307">
                  <c:v>1.1821590838964099E-3</c:v>
                </c:pt>
                <c:pt idx="308">
                  <c:v>1.1857526943010047E-3</c:v>
                </c:pt>
                <c:pt idx="309">
                  <c:v>1.1739977102942134E-3</c:v>
                </c:pt>
                <c:pt idx="310">
                  <c:v>1.1130723514525E-3</c:v>
                </c:pt>
                <c:pt idx="311">
                  <c:v>1.1161922278583839E-3</c:v>
                </c:pt>
                <c:pt idx="312">
                  <c:v>1.0970321462162194E-3</c:v>
                </c:pt>
                <c:pt idx="313">
                  <c:v>1.0809281754022805E-3</c:v>
                </c:pt>
                <c:pt idx="314">
                  <c:v>1.0461832017933221E-3</c:v>
                </c:pt>
                <c:pt idx="315">
                  <c:v>1.0403816152797232E-3</c:v>
                </c:pt>
                <c:pt idx="316">
                  <c:v>1.0277543728958306E-3</c:v>
                </c:pt>
                <c:pt idx="317">
                  <c:v>1.0003873320553001E-3</c:v>
                </c:pt>
                <c:pt idx="318">
                  <c:v>9.7629581331574685E-4</c:v>
                </c:pt>
                <c:pt idx="319">
                  <c:v>9.6867359431981675E-4</c:v>
                </c:pt>
                <c:pt idx="320">
                  <c:v>9.6119429879425969E-4</c:v>
                </c:pt>
                <c:pt idx="321">
                  <c:v>9.4195501438312324E-4</c:v>
                </c:pt>
                <c:pt idx="322">
                  <c:v>9.3822736416658201E-4</c:v>
                </c:pt>
                <c:pt idx="323">
                  <c:v>9.405184936941306E-4</c:v>
                </c:pt>
                <c:pt idx="324">
                  <c:v>9.4079409752729039E-4</c:v>
                </c:pt>
                <c:pt idx="325">
                  <c:v>9.4839092295238739E-4</c:v>
                </c:pt>
                <c:pt idx="326">
                  <c:v>9.5608270006992502E-4</c:v>
                </c:pt>
                <c:pt idx="327">
                  <c:v>1.0040615888930013E-3</c:v>
                </c:pt>
                <c:pt idx="328">
                  <c:v>9.9564700763261123E-4</c:v>
                </c:pt>
                <c:pt idx="329">
                  <c:v>9.8099445192122007E-4</c:v>
                </c:pt>
                <c:pt idx="330">
                  <c:v>9.7066783925472467E-4</c:v>
                </c:pt>
                <c:pt idx="331">
                  <c:v>1.0370230410063474E-3</c:v>
                </c:pt>
                <c:pt idx="332">
                  <c:v>1.0208331328894181E-3</c:v>
                </c:pt>
                <c:pt idx="333">
                  <c:v>1.0053380237540455E-3</c:v>
                </c:pt>
                <c:pt idx="334">
                  <c:v>1.0093094178597983E-3</c:v>
                </c:pt>
                <c:pt idx="335">
                  <c:v>1.0097258999700327E-3</c:v>
                </c:pt>
                <c:pt idx="336">
                  <c:v>1.1866256937884763E-3</c:v>
                </c:pt>
                <c:pt idx="337">
                  <c:v>1.1897725097476037E-3</c:v>
                </c:pt>
                <c:pt idx="338">
                  <c:v>1.1732651288749567E-3</c:v>
                </c:pt>
                <c:pt idx="339">
                  <c:v>1.1736746706917009E-3</c:v>
                </c:pt>
                <c:pt idx="340">
                  <c:v>1.1787728770771499E-3</c:v>
                </c:pt>
                <c:pt idx="341">
                  <c:v>1.1846302557716203E-3</c:v>
                </c:pt>
                <c:pt idx="342">
                  <c:v>1.1676948444372525E-3</c:v>
                </c:pt>
                <c:pt idx="343">
                  <c:v>1.1499518818286118E-3</c:v>
                </c:pt>
                <c:pt idx="344">
                  <c:v>1.1363549371309321E-3</c:v>
                </c:pt>
                <c:pt idx="345">
                  <c:v>1.1210084254575791E-3</c:v>
                </c:pt>
                <c:pt idx="346">
                  <c:v>1.1180821175350352E-3</c:v>
                </c:pt>
                <c:pt idx="347">
                  <c:v>1.1294833864415098E-3</c:v>
                </c:pt>
                <c:pt idx="348">
                  <c:v>1.1334073833993345E-3</c:v>
                </c:pt>
                <c:pt idx="349">
                  <c:v>1.1339800553155956E-3</c:v>
                </c:pt>
                <c:pt idx="350">
                  <c:v>1.1098665872902374E-3</c:v>
                </c:pt>
                <c:pt idx="351">
                  <c:v>1.0925665304188233E-3</c:v>
                </c:pt>
                <c:pt idx="352">
                  <c:v>1.093448662223251E-3</c:v>
                </c:pt>
                <c:pt idx="353">
                  <c:v>1.074725868641632E-3</c:v>
                </c:pt>
                <c:pt idx="354">
                  <c:v>1.075481769870017E-3</c:v>
                </c:pt>
                <c:pt idx="355">
                  <c:v>1.0795047198214414E-3</c:v>
                </c:pt>
                <c:pt idx="356">
                  <c:v>1.0359821682410326E-3</c:v>
                </c:pt>
                <c:pt idx="357">
                  <c:v>1.0339521672138555E-3</c:v>
                </c:pt>
                <c:pt idx="358">
                  <c:v>1.0414608222220514E-3</c:v>
                </c:pt>
                <c:pt idx="359">
                  <c:v>1.0388025442192451E-3</c:v>
                </c:pt>
                <c:pt idx="360">
                  <c:v>1.0610205479022422E-3</c:v>
                </c:pt>
                <c:pt idx="361">
                  <c:v>1.067117649173524E-3</c:v>
                </c:pt>
                <c:pt idx="362">
                  <c:v>1.0491153022602943E-3</c:v>
                </c:pt>
                <c:pt idx="363">
                  <c:v>1.0601101057502724E-3</c:v>
                </c:pt>
                <c:pt idx="364">
                  <c:v>1.0812759625934579E-3</c:v>
                </c:pt>
                <c:pt idx="365">
                  <c:v>1.0772156786413645E-3</c:v>
                </c:pt>
                <c:pt idx="366">
                  <c:v>1.0582785253554982E-3</c:v>
                </c:pt>
                <c:pt idx="367">
                  <c:v>1.0423886071244995E-3</c:v>
                </c:pt>
                <c:pt idx="368">
                  <c:v>1.0475671444319865E-3</c:v>
                </c:pt>
                <c:pt idx="369">
                  <c:v>1.0336236712025239E-3</c:v>
                </c:pt>
                <c:pt idx="370">
                  <c:v>1.0149648557858356E-3</c:v>
                </c:pt>
                <c:pt idx="371">
                  <c:v>1.0031380048084308E-3</c:v>
                </c:pt>
                <c:pt idx="372">
                  <c:v>1.0482834552597421E-3</c:v>
                </c:pt>
                <c:pt idx="373">
                  <c:v>1.0407348714768037E-3</c:v>
                </c:pt>
                <c:pt idx="374">
                  <c:v>1.0260022470360412E-3</c:v>
                </c:pt>
                <c:pt idx="375">
                  <c:v>1.0077546898039985E-3</c:v>
                </c:pt>
                <c:pt idx="376">
                  <c:v>1.0111057230875412E-3</c:v>
                </c:pt>
                <c:pt idx="377">
                  <c:v>1.0059192279657503E-3</c:v>
                </c:pt>
                <c:pt idx="378">
                  <c:v>1.0098612049161603E-3</c:v>
                </c:pt>
                <c:pt idx="379">
                  <c:v>1.0142665398426088E-3</c:v>
                </c:pt>
                <c:pt idx="380">
                  <c:v>9.9686529867993841E-4</c:v>
                </c:pt>
                <c:pt idx="381">
                  <c:v>9.9790822536410719E-4</c:v>
                </c:pt>
                <c:pt idx="382">
                  <c:v>9.9302486840368979E-4</c:v>
                </c:pt>
                <c:pt idx="383">
                  <c:v>9.909873740908137E-4</c:v>
                </c:pt>
                <c:pt idx="384">
                  <c:v>9.6713067093192023E-4</c:v>
                </c:pt>
                <c:pt idx="385">
                  <c:v>9.6814650437278998E-4</c:v>
                </c:pt>
                <c:pt idx="386">
                  <c:v>9.6626092060716454E-4</c:v>
                </c:pt>
                <c:pt idx="387">
                  <c:v>9.704623546277027E-4</c:v>
                </c:pt>
                <c:pt idx="388">
                  <c:v>1.0709738991551022E-3</c:v>
                </c:pt>
                <c:pt idx="389">
                  <c:v>1.0641916257986626E-3</c:v>
                </c:pt>
                <c:pt idx="390">
                  <c:v>1.0500285658603848E-3</c:v>
                </c:pt>
                <c:pt idx="391">
                  <c:v>1.0572195975738919E-3</c:v>
                </c:pt>
                <c:pt idx="392">
                  <c:v>1.0741792438030437E-3</c:v>
                </c:pt>
                <c:pt idx="393">
                  <c:v>1.0804118811256179E-3</c:v>
                </c:pt>
                <c:pt idx="394">
                  <c:v>1.075367628116997E-3</c:v>
                </c:pt>
                <c:pt idx="395">
                  <c:v>1.0649121812568755E-3</c:v>
                </c:pt>
                <c:pt idx="396">
                  <c:v>1.1564199428603741E-3</c:v>
                </c:pt>
                <c:pt idx="397">
                  <c:v>1.1450171728956677E-3</c:v>
                </c:pt>
                <c:pt idx="398">
                  <c:v>1.1461106969856319E-3</c:v>
                </c:pt>
                <c:pt idx="399">
                  <c:v>1.1558288232778914E-3</c:v>
                </c:pt>
                <c:pt idx="400">
                  <c:v>1.1600167350479945E-3</c:v>
                </c:pt>
                <c:pt idx="401">
                  <c:v>1.1504681716370503E-3</c:v>
                </c:pt>
                <c:pt idx="402">
                  <c:v>1.1457036066826304E-3</c:v>
                </c:pt>
                <c:pt idx="403">
                  <c:v>1.1498706955179658E-3</c:v>
                </c:pt>
                <c:pt idx="404">
                  <c:v>1.1610199400053671E-3</c:v>
                </c:pt>
                <c:pt idx="405">
                  <c:v>1.1651428130795038E-3</c:v>
                </c:pt>
                <c:pt idx="406">
                  <c:v>1.1566404359961222E-3</c:v>
                </c:pt>
                <c:pt idx="407">
                  <c:v>1.1608661561437143E-3</c:v>
                </c:pt>
                <c:pt idx="408">
                  <c:v>1.1557471728693219E-3</c:v>
                </c:pt>
                <c:pt idx="409">
                  <c:v>1.1484555924534045E-3</c:v>
                </c:pt>
                <c:pt idx="410">
                  <c:v>1.1495672393686857E-3</c:v>
                </c:pt>
                <c:pt idx="411">
                  <c:v>1.1594910374323074E-3</c:v>
                </c:pt>
                <c:pt idx="412">
                  <c:v>1.1735186505164425E-3</c:v>
                </c:pt>
                <c:pt idx="413">
                  <c:v>1.1647854918568948E-3</c:v>
                </c:pt>
                <c:pt idx="414">
                  <c:v>1.1601087135118229E-3</c:v>
                </c:pt>
                <c:pt idx="415">
                  <c:v>1.1417419317228887E-3</c:v>
                </c:pt>
                <c:pt idx="416">
                  <c:v>1.2540636052428414E-3</c:v>
                </c:pt>
                <c:pt idx="417">
                  <c:v>1.2429933780229141E-3</c:v>
                </c:pt>
                <c:pt idx="418">
                  <c:v>1.2360113414290848E-3</c:v>
                </c:pt>
                <c:pt idx="419">
                  <c:v>1.2266294663827667E-3</c:v>
                </c:pt>
                <c:pt idx="420">
                  <c:v>1.2254593333309593E-3</c:v>
                </c:pt>
                <c:pt idx="421">
                  <c:v>1.2218260497250959E-3</c:v>
                </c:pt>
                <c:pt idx="422">
                  <c:v>1.2148211929890792E-3</c:v>
                </c:pt>
                <c:pt idx="423">
                  <c:v>1.2241425961937366E-3</c:v>
                </c:pt>
                <c:pt idx="424">
                  <c:v>1.2564574770989091E-3</c:v>
                </c:pt>
                <c:pt idx="425">
                  <c:v>1.2475467407897709E-3</c:v>
                </c:pt>
                <c:pt idx="426">
                  <c:v>1.2516055355718022E-3</c:v>
                </c:pt>
                <c:pt idx="427">
                  <c:v>1.2501684720143209E-3</c:v>
                </c:pt>
                <c:pt idx="428">
                  <c:v>1.2536178489961148E-3</c:v>
                </c:pt>
                <c:pt idx="429">
                  <c:v>1.2448322496340296E-3</c:v>
                </c:pt>
                <c:pt idx="430">
                  <c:v>1.2544923128254709E-3</c:v>
                </c:pt>
                <c:pt idx="431">
                  <c:v>1.2416317565097923E-3</c:v>
                </c:pt>
                <c:pt idx="432">
                  <c:v>1.2472090382191765E-3</c:v>
                </c:pt>
                <c:pt idx="433">
                  <c:v>1.2540214495025117E-3</c:v>
                </c:pt>
                <c:pt idx="434">
                  <c:v>1.2608180591421325E-3</c:v>
                </c:pt>
                <c:pt idx="435">
                  <c:v>1.2697168006273075E-3</c:v>
                </c:pt>
                <c:pt idx="436">
                  <c:v>1.2785443324055228E-3</c:v>
                </c:pt>
                <c:pt idx="437">
                  <c:v>1.2849613354761304E-3</c:v>
                </c:pt>
                <c:pt idx="438">
                  <c:v>1.2728940019454339E-3</c:v>
                </c:pt>
                <c:pt idx="439">
                  <c:v>1.2820934025607412E-3</c:v>
                </c:pt>
                <c:pt idx="440">
                  <c:v>1.3124008530895864E-3</c:v>
                </c:pt>
                <c:pt idx="441">
                  <c:v>1.311046577208836E-3</c:v>
                </c:pt>
                <c:pt idx="442">
                  <c:v>1.3019397530755904E-3</c:v>
                </c:pt>
                <c:pt idx="443">
                  <c:v>1.3031618309300335E-3</c:v>
                </c:pt>
                <c:pt idx="444">
                  <c:v>1.3377760577652736E-3</c:v>
                </c:pt>
                <c:pt idx="445">
                  <c:v>1.3458158130575353E-3</c:v>
                </c:pt>
                <c:pt idx="446">
                  <c:v>1.3332937753688953E-3</c:v>
                </c:pt>
                <c:pt idx="447">
                  <c:v>1.3319651375542426E-3</c:v>
                </c:pt>
                <c:pt idx="448">
                  <c:v>1.3179479105148387E-3</c:v>
                </c:pt>
                <c:pt idx="449">
                  <c:v>1.3235464242448436E-3</c:v>
                </c:pt>
                <c:pt idx="450">
                  <c:v>1.3090432529606994E-3</c:v>
                </c:pt>
                <c:pt idx="451">
                  <c:v>1.3102550643761775E-3</c:v>
                </c:pt>
                <c:pt idx="452">
                  <c:v>1.3527913825783389E-3</c:v>
                </c:pt>
                <c:pt idx="453">
                  <c:v>1.3460295675463902E-3</c:v>
                </c:pt>
                <c:pt idx="454">
                  <c:v>1.3339715540069087E-3</c:v>
                </c:pt>
                <c:pt idx="455">
                  <c:v>1.322190347201676E-3</c:v>
                </c:pt>
                <c:pt idx="456">
                  <c:v>1.3066904513490986E-3</c:v>
                </c:pt>
                <c:pt idx="457">
                  <c:v>1.2942235438715591E-3</c:v>
                </c:pt>
                <c:pt idx="458">
                  <c:v>1.2852416724196069E-3</c:v>
                </c:pt>
                <c:pt idx="459">
                  <c:v>1.2731841018214017E-3</c:v>
                </c:pt>
                <c:pt idx="460">
                  <c:v>1.2826030139965635E-3</c:v>
                </c:pt>
                <c:pt idx="461">
                  <c:v>1.2767957416378846E-3</c:v>
                </c:pt>
                <c:pt idx="462">
                  <c:v>1.2652680292167102E-3</c:v>
                </c:pt>
                <c:pt idx="463">
                  <c:v>1.2641432774956299E-3</c:v>
                </c:pt>
                <c:pt idx="464">
                  <c:v>1.2633190889102545E-3</c:v>
                </c:pt>
                <c:pt idx="465">
                  <c:v>1.2524218523997856E-3</c:v>
                </c:pt>
                <c:pt idx="466">
                  <c:v>1.2468284148053229E-3</c:v>
                </c:pt>
                <c:pt idx="467">
                  <c:v>1.2507155334403135E-3</c:v>
                </c:pt>
                <c:pt idx="468">
                  <c:v>1.2597293635814146E-3</c:v>
                </c:pt>
                <c:pt idx="469">
                  <c:v>1.2502954089518715E-3</c:v>
                </c:pt>
                <c:pt idx="470">
                  <c:v>1.2593238113016599E-3</c:v>
                </c:pt>
                <c:pt idx="471">
                  <c:v>1.2480836930284858E-3</c:v>
                </c:pt>
                <c:pt idx="472">
                  <c:v>1.2433682652401678E-3</c:v>
                </c:pt>
                <c:pt idx="473">
                  <c:v>1.2373064067663644E-3</c:v>
                </c:pt>
                <c:pt idx="474">
                  <c:v>1.2363090940148149E-3</c:v>
                </c:pt>
                <c:pt idx="475">
                  <c:v>1.2276855480329691E-3</c:v>
                </c:pt>
                <c:pt idx="476">
                  <c:v>1.1898802674850371E-3</c:v>
                </c:pt>
                <c:pt idx="477">
                  <c:v>1.1811332494752625E-3</c:v>
                </c:pt>
                <c:pt idx="478">
                  <c:v>1.1678562590647387E-3</c:v>
                </c:pt>
                <c:pt idx="479">
                  <c:v>1.1541337831977635E-3</c:v>
                </c:pt>
                <c:pt idx="480">
                  <c:v>1.151297692646691E-3</c:v>
                </c:pt>
                <c:pt idx="481">
                  <c:v>1.1394438517147911E-3</c:v>
                </c:pt>
                <c:pt idx="482">
                  <c:v>1.1288127897211894E-3</c:v>
                </c:pt>
                <c:pt idx="483">
                  <c:v>1.132885939139443E-3</c:v>
                </c:pt>
                <c:pt idx="484">
                  <c:v>1.1421272450548936E-3</c:v>
                </c:pt>
                <c:pt idx="485">
                  <c:v>1.1476510944066086E-3</c:v>
                </c:pt>
                <c:pt idx="486">
                  <c:v>1.1564696997815624E-3</c:v>
                </c:pt>
                <c:pt idx="487">
                  <c:v>1.1631874376363746E-3</c:v>
                </c:pt>
                <c:pt idx="488">
                  <c:v>1.1680568385734516E-3</c:v>
                </c:pt>
                <c:pt idx="489">
                  <c:v>1.1672045544264093E-3</c:v>
                </c:pt>
                <c:pt idx="490">
                  <c:v>1.1736592299172648E-3</c:v>
                </c:pt>
                <c:pt idx="491">
                  <c:v>1.1828125620431448E-3</c:v>
                </c:pt>
                <c:pt idx="492">
                  <c:v>1.1792026228884889E-3</c:v>
                </c:pt>
                <c:pt idx="493">
                  <c:v>1.1848875834255871E-3</c:v>
                </c:pt>
                <c:pt idx="494">
                  <c:v>1.1815475935795143E-3</c:v>
                </c:pt>
                <c:pt idx="495">
                  <c:v>1.171127563590045E-3</c:v>
                </c:pt>
                <c:pt idx="496">
                  <c:v>1.188780422736512E-3</c:v>
                </c:pt>
                <c:pt idx="497">
                  <c:v>1.1767575054237971E-3</c:v>
                </c:pt>
                <c:pt idx="498">
                  <c:v>1.1805614759729753E-3</c:v>
                </c:pt>
                <c:pt idx="499">
                  <c:v>1.1820678723222073E-3</c:v>
                </c:pt>
                <c:pt idx="500">
                  <c:v>1.180030458995769E-3</c:v>
                </c:pt>
                <c:pt idx="501">
                  <c:v>1.1754428024770309E-3</c:v>
                </c:pt>
                <c:pt idx="502">
                  <c:v>1.1818238555628858E-3</c:v>
                </c:pt>
                <c:pt idx="503">
                  <c:v>1.178695903388705E-3</c:v>
                </c:pt>
                <c:pt idx="504">
                  <c:v>1.165131319930226E-3</c:v>
                </c:pt>
                <c:pt idx="505">
                  <c:v>1.1571773414770759E-3</c:v>
                </c:pt>
                <c:pt idx="506">
                  <c:v>1.1444429189312641E-3</c:v>
                </c:pt>
                <c:pt idx="507">
                  <c:v>1.1391954725098825E-3</c:v>
                </c:pt>
                <c:pt idx="508">
                  <c:v>1.136567136724405E-3</c:v>
                </c:pt>
                <c:pt idx="509">
                  <c:v>1.1360850153930022E-3</c:v>
                </c:pt>
                <c:pt idx="510">
                  <c:v>1.1263154052865395E-3</c:v>
                </c:pt>
                <c:pt idx="511">
                  <c:v>1.1255637894407615E-3</c:v>
                </c:pt>
                <c:pt idx="512">
                  <c:v>1.1499235497910495E-3</c:v>
                </c:pt>
                <c:pt idx="513">
                  <c:v>1.1553767839675485E-3</c:v>
                </c:pt>
                <c:pt idx="514">
                  <c:v>1.1546317180629623E-3</c:v>
                </c:pt>
                <c:pt idx="515">
                  <c:v>1.1490643899617916E-3</c:v>
                </c:pt>
                <c:pt idx="516">
                  <c:v>1.1488530342126041E-3</c:v>
                </c:pt>
                <c:pt idx="517">
                  <c:v>1.1548151003418342E-3</c:v>
                </c:pt>
                <c:pt idx="518">
                  <c:v>1.1515262742599172E-3</c:v>
                </c:pt>
                <c:pt idx="519">
                  <c:v>1.1553307277094513E-3</c:v>
                </c:pt>
                <c:pt idx="520">
                  <c:v>1.1592456156425514E-3</c:v>
                </c:pt>
                <c:pt idx="521">
                  <c:v>1.1580490740354106E-3</c:v>
                </c:pt>
                <c:pt idx="522">
                  <c:v>1.144340096356919E-3</c:v>
                </c:pt>
                <c:pt idx="523">
                  <c:v>1.1322444919955703E-3</c:v>
                </c:pt>
                <c:pt idx="524">
                  <c:v>1.1403093692886421E-3</c:v>
                </c:pt>
                <c:pt idx="525">
                  <c:v>1.1801486386703404E-3</c:v>
                </c:pt>
                <c:pt idx="526">
                  <c:v>1.1707387509384637E-3</c:v>
                </c:pt>
                <c:pt idx="527">
                  <c:v>1.1678737336202403E-3</c:v>
                </c:pt>
                <c:pt idx="528">
                  <c:v>1.1650082476345751E-3</c:v>
                </c:pt>
                <c:pt idx="529">
                  <c:v>1.1824158614673636E-3</c:v>
                </c:pt>
                <c:pt idx="530">
                  <c:v>1.1873488924685797E-3</c:v>
                </c:pt>
                <c:pt idx="531">
                  <c:v>1.1723117607875622E-3</c:v>
                </c:pt>
                <c:pt idx="532">
                  <c:v>1.1717343011793514E-3</c:v>
                </c:pt>
                <c:pt idx="533">
                  <c:v>1.1795738428299709E-3</c:v>
                </c:pt>
                <c:pt idx="534">
                  <c:v>1.1964172567937297E-3</c:v>
                </c:pt>
                <c:pt idx="535">
                  <c:v>1.2125438020530381E-3</c:v>
                </c:pt>
                <c:pt idx="536">
                  <c:v>1.2205954470747014E-3</c:v>
                </c:pt>
                <c:pt idx="537">
                  <c:v>1.2093442970056883E-3</c:v>
                </c:pt>
                <c:pt idx="538">
                  <c:v>1.2884569539319945E-3</c:v>
                </c:pt>
                <c:pt idx="539">
                  <c:v>1.2834988796913032E-3</c:v>
                </c:pt>
                <c:pt idx="540">
                  <c:v>1.2895427174697391E-3</c:v>
                </c:pt>
                <c:pt idx="541">
                  <c:v>1.2779345864188149E-3</c:v>
                </c:pt>
                <c:pt idx="542">
                  <c:v>1.2844214897181829E-3</c:v>
                </c:pt>
                <c:pt idx="543">
                  <c:v>1.2748279693001155E-3</c:v>
                </c:pt>
                <c:pt idx="544">
                  <c:v>1.2695335218950909E-3</c:v>
                </c:pt>
                <c:pt idx="545">
                  <c:v>1.2775842987922266E-3</c:v>
                </c:pt>
                <c:pt idx="546">
                  <c:v>1.2814223279156744E-3</c:v>
                </c:pt>
                <c:pt idx="547">
                  <c:v>1.2832599523868878E-3</c:v>
                </c:pt>
                <c:pt idx="548">
                  <c:v>1.2748903377466287E-3</c:v>
                </c:pt>
                <c:pt idx="549">
                  <c:v>1.2829788298570068E-3</c:v>
                </c:pt>
                <c:pt idx="550">
                  <c:v>1.271588496163786E-3</c:v>
                </c:pt>
                <c:pt idx="551">
                  <c:v>1.2624080672807446E-3</c:v>
                </c:pt>
                <c:pt idx="552">
                  <c:v>1.2674850561984715E-3</c:v>
                </c:pt>
                <c:pt idx="553">
                  <c:v>1.2569915474101735E-3</c:v>
                </c:pt>
                <c:pt idx="554">
                  <c:v>1.2626109202119105E-3</c:v>
                </c:pt>
                <c:pt idx="555">
                  <c:v>1.2567138119240081E-3</c:v>
                </c:pt>
                <c:pt idx="556">
                  <c:v>1.2564443494354938E-3</c:v>
                </c:pt>
                <c:pt idx="557">
                  <c:v>1.2423556142689639E-3</c:v>
                </c:pt>
                <c:pt idx="558">
                  <c:v>1.2356212244543465E-3</c:v>
                </c:pt>
                <c:pt idx="559">
                  <c:v>1.2332169488409065E-3</c:v>
                </c:pt>
                <c:pt idx="560">
                  <c:v>1.2477327869263588E-3</c:v>
                </c:pt>
                <c:pt idx="561">
                  <c:v>1.2525090964360022E-3</c:v>
                </c:pt>
                <c:pt idx="562">
                  <c:v>1.2540464080337736E-3</c:v>
                </c:pt>
                <c:pt idx="563">
                  <c:v>1.2615274644039642E-3</c:v>
                </c:pt>
                <c:pt idx="564">
                  <c:v>1.3465203670114268E-3</c:v>
                </c:pt>
                <c:pt idx="565">
                  <c:v>1.3410796597129106E-3</c:v>
                </c:pt>
                <c:pt idx="566">
                  <c:v>1.3405764879318633E-3</c:v>
                </c:pt>
                <c:pt idx="567">
                  <c:v>1.3341260266521587E-3</c:v>
                </c:pt>
                <c:pt idx="568">
                  <c:v>1.4159477911501852E-3</c:v>
                </c:pt>
                <c:pt idx="569">
                  <c:v>1.4156702136733593E-3</c:v>
                </c:pt>
                <c:pt idx="570">
                  <c:v>1.4029661699041086E-3</c:v>
                </c:pt>
                <c:pt idx="571">
                  <c:v>1.4045079146004025E-3</c:v>
                </c:pt>
                <c:pt idx="572">
                  <c:v>1.4093221247733804E-3</c:v>
                </c:pt>
                <c:pt idx="573">
                  <c:v>1.4126280481252295E-3</c:v>
                </c:pt>
                <c:pt idx="574">
                  <c:v>1.4039878537849713E-3</c:v>
                </c:pt>
                <c:pt idx="575">
                  <c:v>1.4034723176859247E-3</c:v>
                </c:pt>
                <c:pt idx="576">
                  <c:v>1.4014059730021438E-3</c:v>
                </c:pt>
                <c:pt idx="577">
                  <c:v>1.3990014823540983E-3</c:v>
                </c:pt>
                <c:pt idx="578">
                  <c:v>1.4064086133862761E-3</c:v>
                </c:pt>
                <c:pt idx="579">
                  <c:v>1.4100634625783069E-3</c:v>
                </c:pt>
                <c:pt idx="580">
                  <c:v>1.4016868805896648E-3</c:v>
                </c:pt>
                <c:pt idx="581">
                  <c:v>1.3993344757034845E-3</c:v>
                </c:pt>
                <c:pt idx="582">
                  <c:v>1.3892631377580009E-3</c:v>
                </c:pt>
                <c:pt idx="583">
                  <c:v>1.378923222150108E-3</c:v>
                </c:pt>
                <c:pt idx="584">
                  <c:v>1.4473399843117759E-3</c:v>
                </c:pt>
                <c:pt idx="585">
                  <c:v>1.4538686413748622E-3</c:v>
                </c:pt>
                <c:pt idx="586">
                  <c:v>1.4437324589644035E-3</c:v>
                </c:pt>
                <c:pt idx="587">
                  <c:v>1.4360086387833005E-3</c:v>
                </c:pt>
                <c:pt idx="588">
                  <c:v>1.4757198700720369E-3</c:v>
                </c:pt>
                <c:pt idx="589">
                  <c:v>1.4660613085634342E-3</c:v>
                </c:pt>
                <c:pt idx="590">
                  <c:v>1.4675512668755673E-3</c:v>
                </c:pt>
                <c:pt idx="591">
                  <c:v>1.4728718799345225E-3</c:v>
                </c:pt>
                <c:pt idx="592">
                  <c:v>1.4706451163491857E-3</c:v>
                </c:pt>
                <c:pt idx="593">
                  <c:v>1.4621276966077098E-3</c:v>
                </c:pt>
                <c:pt idx="594">
                  <c:v>1.4491485906425372E-3</c:v>
                </c:pt>
                <c:pt idx="595">
                  <c:v>1.4375901610459169E-3</c:v>
                </c:pt>
                <c:pt idx="596">
                  <c:v>1.4295408095296711E-3</c:v>
                </c:pt>
                <c:pt idx="597">
                  <c:v>1.397183772257833E-3</c:v>
                </c:pt>
                <c:pt idx="598">
                  <c:v>1.4035152082992814E-3</c:v>
                </c:pt>
                <c:pt idx="599">
                  <c:v>1.3958967304104016E-3</c:v>
                </c:pt>
                <c:pt idx="600">
                  <c:v>1.4011862295372887E-3</c:v>
                </c:pt>
                <c:pt idx="601">
                  <c:v>1.3804748365255817E-3</c:v>
                </c:pt>
                <c:pt idx="602">
                  <c:v>1.3746891979210215E-3</c:v>
                </c:pt>
                <c:pt idx="603">
                  <c:v>1.3706678346426596E-3</c:v>
                </c:pt>
                <c:pt idx="604">
                  <c:v>1.3644791984168193E-3</c:v>
                </c:pt>
                <c:pt idx="605">
                  <c:v>1.3623520812603537E-3</c:v>
                </c:pt>
                <c:pt idx="606">
                  <c:v>1.3529743279581214E-3</c:v>
                </c:pt>
                <c:pt idx="607">
                  <c:v>1.3469415705602598E-3</c:v>
                </c:pt>
                <c:pt idx="608">
                  <c:v>1.33557334228136E-3</c:v>
                </c:pt>
                <c:pt idx="609">
                  <c:v>1.3298778439385307E-3</c:v>
                </c:pt>
                <c:pt idx="610">
                  <c:v>1.3314923120904248E-3</c:v>
                </c:pt>
                <c:pt idx="611">
                  <c:v>1.3202199239071809E-3</c:v>
                </c:pt>
                <c:pt idx="612">
                  <c:v>1.3218908156504242E-3</c:v>
                </c:pt>
                <c:pt idx="613">
                  <c:v>1.3099705054193172E-3</c:v>
                </c:pt>
                <c:pt idx="614">
                  <c:v>1.3160687429082541E-3</c:v>
                </c:pt>
                <c:pt idx="615">
                  <c:v>1.306792428890849E-3</c:v>
                </c:pt>
                <c:pt idx="616">
                  <c:v>1.2990041911257757E-3</c:v>
                </c:pt>
                <c:pt idx="617">
                  <c:v>1.3663042857642365E-3</c:v>
                </c:pt>
                <c:pt idx="618">
                  <c:v>1.3615286303755804E-3</c:v>
                </c:pt>
                <c:pt idx="619">
                  <c:v>1.3613923952596042E-3</c:v>
                </c:pt>
                <c:pt idx="620">
                  <c:v>1.3687360704845498E-3</c:v>
                </c:pt>
                <c:pt idx="621">
                  <c:v>1.3699694878979076E-3</c:v>
                </c:pt>
                <c:pt idx="622">
                  <c:v>1.3714221284564089E-3</c:v>
                </c:pt>
                <c:pt idx="623">
                  <c:v>1.3619730342982264E-3</c:v>
                </c:pt>
                <c:pt idx="624">
                  <c:v>1.3672754472350329E-3</c:v>
                </c:pt>
                <c:pt idx="625">
                  <c:v>1.3452379518251447E-3</c:v>
                </c:pt>
                <c:pt idx="626">
                  <c:v>1.3378707447808231E-3</c:v>
                </c:pt>
                <c:pt idx="627">
                  <c:v>1.3341343909148364E-3</c:v>
                </c:pt>
                <c:pt idx="628">
                  <c:v>1.3265485959978738E-3</c:v>
                </c:pt>
                <c:pt idx="629">
                  <c:v>1.3195806317271648E-3</c:v>
                </c:pt>
                <c:pt idx="630">
                  <c:v>1.3195251527222895E-3</c:v>
                </c:pt>
                <c:pt idx="631">
                  <c:v>1.3212015296652109E-3</c:v>
                </c:pt>
                <c:pt idx="632">
                  <c:v>1.31158999435874E-3</c:v>
                </c:pt>
                <c:pt idx="633">
                  <c:v>1.3100355668688272E-3</c:v>
                </c:pt>
                <c:pt idx="634">
                  <c:v>1.300763143842586E-3</c:v>
                </c:pt>
                <c:pt idx="635">
                  <c:v>1.2988206535431515E-3</c:v>
                </c:pt>
                <c:pt idx="636">
                  <c:v>1.3060600879281515E-3</c:v>
                </c:pt>
                <c:pt idx="637">
                  <c:v>1.2971098438414965E-3</c:v>
                </c:pt>
                <c:pt idx="638">
                  <c:v>1.3004132961876337E-3</c:v>
                </c:pt>
                <c:pt idx="639">
                  <c:v>1.292949256266656E-3</c:v>
                </c:pt>
                <c:pt idx="640">
                  <c:v>1.2910207352869706E-3</c:v>
                </c:pt>
                <c:pt idx="641">
                  <c:v>1.2634782202767083E-3</c:v>
                </c:pt>
                <c:pt idx="642">
                  <c:v>1.2605393895077923E-3</c:v>
                </c:pt>
                <c:pt idx="643">
                  <c:v>1.2656071195889858E-3</c:v>
                </c:pt>
                <c:pt idx="644">
                  <c:v>1.2690794013238244E-3</c:v>
                </c:pt>
                <c:pt idx="645">
                  <c:v>1.2630739224220432E-3</c:v>
                </c:pt>
                <c:pt idx="646">
                  <c:v>1.257835350504475E-3</c:v>
                </c:pt>
                <c:pt idx="647">
                  <c:v>1.2505996760376488E-3</c:v>
                </c:pt>
                <c:pt idx="648">
                  <c:v>1.2419906347953165E-3</c:v>
                </c:pt>
                <c:pt idx="649">
                  <c:v>1.2607424766257526E-3</c:v>
                </c:pt>
                <c:pt idx="650">
                  <c:v>1.2575907959428594E-3</c:v>
                </c:pt>
                <c:pt idx="651">
                  <c:v>1.2472748501124013E-3</c:v>
                </c:pt>
                <c:pt idx="652">
                  <c:v>1.2402323898146658E-3</c:v>
                </c:pt>
                <c:pt idx="653">
                  <c:v>1.210861103319201E-3</c:v>
                </c:pt>
                <c:pt idx="654">
                  <c:v>1.2024010508633084E-3</c:v>
                </c:pt>
                <c:pt idx="655">
                  <c:v>1.2023719990170462E-3</c:v>
                </c:pt>
                <c:pt idx="656">
                  <c:v>1.2041023980107861E-3</c:v>
                </c:pt>
                <c:pt idx="657">
                  <c:v>1.208220372381489E-3</c:v>
                </c:pt>
                <c:pt idx="658">
                  <c:v>1.205432547317787E-3</c:v>
                </c:pt>
                <c:pt idx="659">
                  <c:v>1.2019625067076014E-3</c:v>
                </c:pt>
                <c:pt idx="660">
                  <c:v>1.2001789167914985E-3</c:v>
                </c:pt>
                <c:pt idx="661">
                  <c:v>1.1989068432431179E-3</c:v>
                </c:pt>
                <c:pt idx="662">
                  <c:v>1.1903183713574124E-3</c:v>
                </c:pt>
                <c:pt idx="663">
                  <c:v>1.1869211999360678E-3</c:v>
                </c:pt>
                <c:pt idx="664">
                  <c:v>1.1869251908316969E-3</c:v>
                </c:pt>
                <c:pt idx="665">
                  <c:v>1.1875748133691314E-3</c:v>
                </c:pt>
                <c:pt idx="666">
                  <c:v>1.1844702537679561E-3</c:v>
                </c:pt>
                <c:pt idx="667">
                  <c:v>1.1879239295086602E-3</c:v>
                </c:pt>
                <c:pt idx="668">
                  <c:v>1.1945317354538959E-3</c:v>
                </c:pt>
                <c:pt idx="669">
                  <c:v>1.2124485268411511E-3</c:v>
                </c:pt>
                <c:pt idx="670">
                  <c:v>1.2052452482499032E-3</c:v>
                </c:pt>
                <c:pt idx="671">
                  <c:v>1.195061601685061E-3</c:v>
                </c:pt>
                <c:pt idx="672">
                  <c:v>1.1918440423358968E-3</c:v>
                </c:pt>
                <c:pt idx="673">
                  <c:v>1.1858141838506271E-3</c:v>
                </c:pt>
                <c:pt idx="674">
                  <c:v>1.1873670682804893E-3</c:v>
                </c:pt>
                <c:pt idx="675">
                  <c:v>1.1857572488749384E-3</c:v>
                </c:pt>
                <c:pt idx="676">
                  <c:v>1.177488028950207E-3</c:v>
                </c:pt>
                <c:pt idx="677">
                  <c:v>1.2562864154254557E-3</c:v>
                </c:pt>
                <c:pt idx="678">
                  <c:v>1.2564079246872655E-3</c:v>
                </c:pt>
                <c:pt idx="679">
                  <c:v>1.2581081781247508E-3</c:v>
                </c:pt>
                <c:pt idx="680">
                  <c:v>1.2518089978890748E-3</c:v>
                </c:pt>
                <c:pt idx="681">
                  <c:v>1.2748788842519671E-3</c:v>
                </c:pt>
                <c:pt idx="682">
                  <c:v>1.2723894930172391E-3</c:v>
                </c:pt>
                <c:pt idx="683">
                  <c:v>1.2724503198027694E-3</c:v>
                </c:pt>
                <c:pt idx="684">
                  <c:v>1.2775882943551302E-3</c:v>
                </c:pt>
                <c:pt idx="685">
                  <c:v>1.2949575267221503E-3</c:v>
                </c:pt>
                <c:pt idx="686">
                  <c:v>1.285916636669174E-3</c:v>
                </c:pt>
                <c:pt idx="687">
                  <c:v>1.2909797212427834E-3</c:v>
                </c:pt>
                <c:pt idx="688">
                  <c:v>1.2875603698094585E-3</c:v>
                </c:pt>
                <c:pt idx="689">
                  <c:v>1.2864387888063514E-3</c:v>
                </c:pt>
                <c:pt idx="690">
                  <c:v>1.2847882193975247E-3</c:v>
                </c:pt>
                <c:pt idx="691">
                  <c:v>1.2747698687384551E-3</c:v>
                </c:pt>
                <c:pt idx="692">
                  <c:v>1.2748600418488222E-3</c:v>
                </c:pt>
                <c:pt idx="693">
                  <c:v>1.272030136023328E-3</c:v>
                </c:pt>
                <c:pt idx="694">
                  <c:v>1.2753111546463854E-3</c:v>
                </c:pt>
                <c:pt idx="695">
                  <c:v>1.268995926321284E-3</c:v>
                </c:pt>
                <c:pt idx="696">
                  <c:v>1.2641965245303222E-3</c:v>
                </c:pt>
                <c:pt idx="697">
                  <c:v>1.2792935903009704E-3</c:v>
                </c:pt>
                <c:pt idx="698">
                  <c:v>1.276598230999477E-3</c:v>
                </c:pt>
                <c:pt idx="699">
                  <c:v>1.2832717681166062E-3</c:v>
                </c:pt>
                <c:pt idx="700">
                  <c:v>1.2756319633302326E-3</c:v>
                </c:pt>
                <c:pt idx="701">
                  <c:v>1.2987048847491515E-3</c:v>
                </c:pt>
                <c:pt idx="702">
                  <c:v>1.2988929866533257E-3</c:v>
                </c:pt>
                <c:pt idx="703">
                  <c:v>1.2990120990693434E-3</c:v>
                </c:pt>
                <c:pt idx="704">
                  <c:v>1.3006740116491939E-3</c:v>
                </c:pt>
                <c:pt idx="705">
                  <c:v>1.3673757720440685E-3</c:v>
                </c:pt>
                <c:pt idx="706">
                  <c:v>1.3623593005271301E-3</c:v>
                </c:pt>
                <c:pt idx="707">
                  <c:v>1.3655696749011858E-3</c:v>
                </c:pt>
                <c:pt idx="708">
                  <c:v>1.3640366747697033E-3</c:v>
                </c:pt>
                <c:pt idx="709">
                  <c:v>1.3496011375105305E-3</c:v>
                </c:pt>
                <c:pt idx="710">
                  <c:v>1.3421266045345922E-3</c:v>
                </c:pt>
                <c:pt idx="711">
                  <c:v>1.3407014858499147E-3</c:v>
                </c:pt>
                <c:pt idx="712">
                  <c:v>1.347174343872516E-3</c:v>
                </c:pt>
                <c:pt idx="713">
                  <c:v>1.3412188968386662E-3</c:v>
                </c:pt>
                <c:pt idx="714">
                  <c:v>1.3413778032571933E-3</c:v>
                </c:pt>
                <c:pt idx="715">
                  <c:v>1.3461868260635612E-3</c:v>
                </c:pt>
                <c:pt idx="716">
                  <c:v>1.3445833974975677E-3</c:v>
                </c:pt>
                <c:pt idx="717">
                  <c:v>1.3477220967600689E-3</c:v>
                </c:pt>
                <c:pt idx="718">
                  <c:v>1.3415427170154731E-3</c:v>
                </c:pt>
                <c:pt idx="719">
                  <c:v>1.3339133993131667E-3</c:v>
                </c:pt>
                <c:pt idx="720">
                  <c:v>1.3241788057372186E-3</c:v>
                </c:pt>
                <c:pt idx="721">
                  <c:v>1.3223716583580915E-3</c:v>
                </c:pt>
                <c:pt idx="722">
                  <c:v>1.3152753196679224E-3</c:v>
                </c:pt>
                <c:pt idx="723">
                  <c:v>1.319500293442396E-3</c:v>
                </c:pt>
                <c:pt idx="724">
                  <c:v>1.3227788201866137E-3</c:v>
                </c:pt>
                <c:pt idx="725">
                  <c:v>1.323064022012361E-3</c:v>
                </c:pt>
                <c:pt idx="726">
                  <c:v>1.3285443841487357E-3</c:v>
                </c:pt>
                <c:pt idx="727">
                  <c:v>1.3325991129434153E-3</c:v>
                </c:pt>
                <c:pt idx="728">
                  <c:v>1.325103003082879E-3</c:v>
                </c:pt>
                <c:pt idx="729">
                  <c:v>1.3985188796452976E-3</c:v>
                </c:pt>
                <c:pt idx="730">
                  <c:v>1.3968242525176969E-3</c:v>
                </c:pt>
                <c:pt idx="731">
                  <c:v>1.3984375070949754E-3</c:v>
                </c:pt>
                <c:pt idx="732">
                  <c:v>1.3985917988316211E-3</c:v>
                </c:pt>
                <c:pt idx="733">
                  <c:v>1.4618939592066977E-3</c:v>
                </c:pt>
                <c:pt idx="734">
                  <c:v>1.4609362239816162E-3</c:v>
                </c:pt>
                <c:pt idx="735">
                  <c:v>1.4638584626608777E-3</c:v>
                </c:pt>
                <c:pt idx="736">
                  <c:v>1.4663028563075299E-3</c:v>
                </c:pt>
                <c:pt idx="737">
                  <c:v>1.4362670663678138E-3</c:v>
                </c:pt>
                <c:pt idx="738">
                  <c:v>1.4413626121468058E-3</c:v>
                </c:pt>
                <c:pt idx="739">
                  <c:v>1.4414776172505831E-3</c:v>
                </c:pt>
                <c:pt idx="740">
                  <c:v>1.4431536377522505E-3</c:v>
                </c:pt>
                <c:pt idx="741">
                  <c:v>1.4318174684738254E-3</c:v>
                </c:pt>
                <c:pt idx="742">
                  <c:v>1.4319848944901593E-3</c:v>
                </c:pt>
                <c:pt idx="743">
                  <c:v>1.4321023820522863E-3</c:v>
                </c:pt>
                <c:pt idx="744">
                  <c:v>1.4385145815020309E-3</c:v>
                </c:pt>
                <c:pt idx="745">
                  <c:v>1.4379899996313972E-3</c:v>
                </c:pt>
                <c:pt idx="746">
                  <c:v>1.4428140821911178E-3</c:v>
                </c:pt>
                <c:pt idx="747">
                  <c:v>1.4353873371080095E-3</c:v>
                </c:pt>
                <c:pt idx="748">
                  <c:v>1.4370789567560206E-3</c:v>
                </c:pt>
                <c:pt idx="749">
                  <c:v>1.4338726033715431E-3</c:v>
                </c:pt>
                <c:pt idx="750">
                  <c:v>1.4247481097049276E-3</c:v>
                </c:pt>
                <c:pt idx="751">
                  <c:v>1.4278107757774016E-3</c:v>
                </c:pt>
                <c:pt idx="752">
                  <c:v>1.4217609398369075E-3</c:v>
                </c:pt>
                <c:pt idx="753">
                  <c:v>1.4149205467221427E-3</c:v>
                </c:pt>
                <c:pt idx="754">
                  <c:v>1.4126667295657151E-3</c:v>
                </c:pt>
                <c:pt idx="755">
                  <c:v>1.4171756861562049E-3</c:v>
                </c:pt>
                <c:pt idx="756">
                  <c:v>1.4098476226387048E-3</c:v>
                </c:pt>
                <c:pt idx="757">
                  <c:v>1.429154950246609E-3</c:v>
                </c:pt>
                <c:pt idx="758">
                  <c:v>1.4293297643615916E-3</c:v>
                </c:pt>
                <c:pt idx="759">
                  <c:v>1.422260324600845E-3</c:v>
                </c:pt>
                <c:pt idx="760">
                  <c:v>1.4269266895410718E-3</c:v>
                </c:pt>
                <c:pt idx="761">
                  <c:v>1.4266672267310241E-3</c:v>
                </c:pt>
                <c:pt idx="762">
                  <c:v>1.4218787254517305E-3</c:v>
                </c:pt>
                <c:pt idx="763">
                  <c:v>1.4176721531549432E-3</c:v>
                </c:pt>
                <c:pt idx="764">
                  <c:v>1.4162389423324098E-3</c:v>
                </c:pt>
                <c:pt idx="765">
                  <c:v>1.3870387504242312E-3</c:v>
                </c:pt>
                <c:pt idx="766">
                  <c:v>1.3922118202814011E-3</c:v>
                </c:pt>
                <c:pt idx="767">
                  <c:v>1.3908234618111458E-3</c:v>
                </c:pt>
                <c:pt idx="768">
                  <c:v>1.3955333649568076E-3</c:v>
                </c:pt>
                <c:pt idx="769">
                  <c:v>1.3798940799118762E-3</c:v>
                </c:pt>
                <c:pt idx="770">
                  <c:v>1.3750300773123442E-3</c:v>
                </c:pt>
                <c:pt idx="771">
                  <c:v>1.3796504799093424E-3</c:v>
                </c:pt>
                <c:pt idx="772">
                  <c:v>1.3859861975299285E-3</c:v>
                </c:pt>
                <c:pt idx="773">
                  <c:v>1.3846067106951707E-3</c:v>
                </c:pt>
                <c:pt idx="774">
                  <c:v>1.3862086870732382E-3</c:v>
                </c:pt>
                <c:pt idx="775">
                  <c:v>1.3922499510225529E-3</c:v>
                </c:pt>
                <c:pt idx="776">
                  <c:v>1.3876025664962294E-3</c:v>
                </c:pt>
                <c:pt idx="777">
                  <c:v>1.3893790837679507E-3</c:v>
                </c:pt>
                <c:pt idx="778">
                  <c:v>1.3867606089451739E-3</c:v>
                </c:pt>
                <c:pt idx="779">
                  <c:v>1.3924374492365872E-3</c:v>
                </c:pt>
                <c:pt idx="780">
                  <c:v>1.3880786014802376E-3</c:v>
                </c:pt>
                <c:pt idx="781">
                  <c:v>1.3822712270411719E-3</c:v>
                </c:pt>
                <c:pt idx="782">
                  <c:v>1.3859306520528675E-3</c:v>
                </c:pt>
                <c:pt idx="783">
                  <c:v>1.390249191678675E-3</c:v>
                </c:pt>
                <c:pt idx="784">
                  <c:v>1.3903369934351213E-3</c:v>
                </c:pt>
                <c:pt idx="785">
                  <c:v>1.3735618115227335E-3</c:v>
                </c:pt>
                <c:pt idx="786">
                  <c:v>1.3737058659296444E-3</c:v>
                </c:pt>
                <c:pt idx="787">
                  <c:v>1.372283298813975E-3</c:v>
                </c:pt>
                <c:pt idx="788">
                  <c:v>1.3710107948681862E-3</c:v>
                </c:pt>
                <c:pt idx="789">
                  <c:v>1.3662117521351005E-3</c:v>
                </c:pt>
                <c:pt idx="790">
                  <c:v>1.368683641928899E-3</c:v>
                </c:pt>
                <c:pt idx="791">
                  <c:v>1.3687790541402683E-3</c:v>
                </c:pt>
                <c:pt idx="792">
                  <c:v>1.3660730422018997E-3</c:v>
                </c:pt>
                <c:pt idx="793">
                  <c:v>1.3436527321555674E-3</c:v>
                </c:pt>
                <c:pt idx="794">
                  <c:v>1.340224339370656E-3</c:v>
                </c:pt>
                <c:pt idx="795">
                  <c:v>1.3360705252837334E-3</c:v>
                </c:pt>
                <c:pt idx="796">
                  <c:v>1.340553102211906E-3</c:v>
                </c:pt>
                <c:pt idx="797">
                  <c:v>1.354310227448325E-3</c:v>
                </c:pt>
                <c:pt idx="798">
                  <c:v>1.3516967285411869E-3</c:v>
                </c:pt>
                <c:pt idx="799">
                  <c:v>1.343429335713555E-3</c:v>
                </c:pt>
                <c:pt idx="800">
                  <c:v>1.3420193082181702E-3</c:v>
                </c:pt>
                <c:pt idx="801">
                  <c:v>1.3440285555459377E-3</c:v>
                </c:pt>
                <c:pt idx="802">
                  <c:v>1.3413160417525922E-3</c:v>
                </c:pt>
                <c:pt idx="803">
                  <c:v>1.3398812927583135E-3</c:v>
                </c:pt>
                <c:pt idx="804">
                  <c:v>1.3413886565133762E-3</c:v>
                </c:pt>
                <c:pt idx="805">
                  <c:v>1.3356059952826641E-3</c:v>
                </c:pt>
                <c:pt idx="806">
                  <c:v>1.3405341107283141E-3</c:v>
                </c:pt>
                <c:pt idx="807">
                  <c:v>1.339327314389453E-3</c:v>
                </c:pt>
                <c:pt idx="808">
                  <c:v>1.34216543999715E-3</c:v>
                </c:pt>
                <c:pt idx="809">
                  <c:v>1.3325535410987337E-3</c:v>
                </c:pt>
                <c:pt idx="810">
                  <c:v>1.3044475867415133E-3</c:v>
                </c:pt>
                <c:pt idx="811">
                  <c:v>1.3069524718865818E-3</c:v>
                </c:pt>
                <c:pt idx="812">
                  <c:v>1.3097836457057906E-3</c:v>
                </c:pt>
                <c:pt idx="813">
                  <c:v>1.3099093554436736E-3</c:v>
                </c:pt>
                <c:pt idx="814">
                  <c:v>1.2866967236764061E-3</c:v>
                </c:pt>
                <c:pt idx="815">
                  <c:v>1.2880927563232319E-3</c:v>
                </c:pt>
                <c:pt idx="816">
                  <c:v>1.2923108913946854E-3</c:v>
                </c:pt>
                <c:pt idx="817">
                  <c:v>1.2951677526178418E-3</c:v>
                </c:pt>
                <c:pt idx="818">
                  <c:v>1.2709083099256106E-3</c:v>
                </c:pt>
                <c:pt idx="819">
                  <c:v>1.2710675512526718E-3</c:v>
                </c:pt>
                <c:pt idx="820">
                  <c:v>1.271195580943141E-3</c:v>
                </c:pt>
                <c:pt idx="821">
                  <c:v>1.2727020727919197E-3</c:v>
                </c:pt>
                <c:pt idx="822">
                  <c:v>1.261619864434009E-3</c:v>
                </c:pt>
                <c:pt idx="823">
                  <c:v>1.2629643590019116E-3</c:v>
                </c:pt>
                <c:pt idx="824">
                  <c:v>1.2658420287498912E-3</c:v>
                </c:pt>
                <c:pt idx="825">
                  <c:v>1.2673553540044553E-3</c:v>
                </c:pt>
                <c:pt idx="826">
                  <c:v>1.2537415833774948E-3</c:v>
                </c:pt>
                <c:pt idx="827">
                  <c:v>1.2574725053603867E-3</c:v>
                </c:pt>
                <c:pt idx="828">
                  <c:v>1.2603433421533459E-3</c:v>
                </c:pt>
                <c:pt idx="829">
                  <c:v>1.2618671824118504E-3</c:v>
                </c:pt>
                <c:pt idx="830">
                  <c:v>1.2604910507530082E-3</c:v>
                </c:pt>
                <c:pt idx="831">
                  <c:v>1.2646509651760374E-3</c:v>
                </c:pt>
                <c:pt idx="832">
                  <c:v>1.2688566141675238E-3</c:v>
                </c:pt>
                <c:pt idx="833">
                  <c:v>1.2717494466627632E-3</c:v>
                </c:pt>
                <c:pt idx="834">
                  <c:v>1.269059804531043E-3</c:v>
                </c:pt>
                <c:pt idx="835">
                  <c:v>1.2691378874570135E-3</c:v>
                </c:pt>
                <c:pt idx="836">
                  <c:v>1.2706489840255603E-3</c:v>
                </c:pt>
                <c:pt idx="837">
                  <c:v>1.2720615711016754E-3</c:v>
                </c:pt>
                <c:pt idx="838">
                  <c:v>1.2721188442459436E-3</c:v>
                </c:pt>
                <c:pt idx="839">
                  <c:v>1.241772853030045E-3</c:v>
                </c:pt>
                <c:pt idx="840">
                  <c:v>1.2430638409058118E-3</c:v>
                </c:pt>
                <c:pt idx="841">
                  <c:v>1.2431314946933583E-3</c:v>
                </c:pt>
                <c:pt idx="842">
                  <c:v>1.2445272458658373E-3</c:v>
                </c:pt>
                <c:pt idx="843">
                  <c:v>1.232170204384862E-3</c:v>
                </c:pt>
                <c:pt idx="844">
                  <c:v>1.2357338212122557E-3</c:v>
                </c:pt>
                <c:pt idx="845">
                  <c:v>1.2398820670157427E-3</c:v>
                </c:pt>
                <c:pt idx="846">
                  <c:v>1.2438317925230881E-3</c:v>
                </c:pt>
                <c:pt idx="847">
                  <c:v>1.2202709361301854E-3</c:v>
                </c:pt>
                <c:pt idx="848">
                  <c:v>1.2235933117067425E-3</c:v>
                </c:pt>
                <c:pt idx="849">
                  <c:v>1.2277139548911411E-3</c:v>
                </c:pt>
                <c:pt idx="850">
                  <c:v>1.2277438769048657E-3</c:v>
                </c:pt>
                <c:pt idx="851">
                  <c:v>1.2185662896558723E-3</c:v>
                </c:pt>
                <c:pt idx="852">
                  <c:v>1.2186594393065551E-3</c:v>
                </c:pt>
                <c:pt idx="853">
                  <c:v>1.2200298794282987E-3</c:v>
                </c:pt>
                <c:pt idx="854">
                  <c:v>1.2214177866660379E-3</c:v>
                </c:pt>
                <c:pt idx="855">
                  <c:v>1.2172431961910996E-3</c:v>
                </c:pt>
                <c:pt idx="856">
                  <c:v>1.2185689571199074E-3</c:v>
                </c:pt>
                <c:pt idx="857">
                  <c:v>1.2225977341166689E-3</c:v>
                </c:pt>
                <c:pt idx="858">
                  <c:v>1.2240039358679478E-3</c:v>
                </c:pt>
                <c:pt idx="859">
                  <c:v>1.2232425227483798E-3</c:v>
                </c:pt>
                <c:pt idx="860">
                  <c:v>1.2257848910715327E-3</c:v>
                </c:pt>
                <c:pt idx="861">
                  <c:v>1.2257895327271197E-3</c:v>
                </c:pt>
                <c:pt idx="862">
                  <c:v>1.2298485533164564E-3</c:v>
                </c:pt>
                <c:pt idx="863">
                  <c:v>1.2266471003398731E-3</c:v>
                </c:pt>
                <c:pt idx="864">
                  <c:v>1.2279257643956316E-3</c:v>
                </c:pt>
                <c:pt idx="865">
                  <c:v>1.2292116259094686E-3</c:v>
                </c:pt>
                <c:pt idx="866">
                  <c:v>1.233077908540676E-3</c:v>
                </c:pt>
                <c:pt idx="867">
                  <c:v>1.225392340419426E-3</c:v>
                </c:pt>
                <c:pt idx="868">
                  <c:v>1.2275041469387107E-3</c:v>
                </c:pt>
                <c:pt idx="869">
                  <c:v>1.2300839330511336E-3</c:v>
                </c:pt>
                <c:pt idx="870">
                  <c:v>1.233988226190788E-3</c:v>
                </c:pt>
                <c:pt idx="871">
                  <c:v>1.2192180343791952E-3</c:v>
                </c:pt>
                <c:pt idx="872">
                  <c:v>1.2225408410201147E-3</c:v>
                </c:pt>
                <c:pt idx="873">
                  <c:v>1.2251435262879147E-3</c:v>
                </c:pt>
                <c:pt idx="874">
                  <c:v>1.2251211981781406E-3</c:v>
                </c:pt>
                <c:pt idx="875">
                  <c:v>1.2152351866096718E-3</c:v>
                </c:pt>
                <c:pt idx="876">
                  <c:v>1.2174259917967943E-3</c:v>
                </c:pt>
                <c:pt idx="877">
                  <c:v>1.2173941538502775E-3</c:v>
                </c:pt>
                <c:pt idx="878">
                  <c:v>1.2186239214281498E-3</c:v>
                </c:pt>
                <c:pt idx="879">
                  <c:v>1.2096433726930924E-3</c:v>
                </c:pt>
                <c:pt idx="880">
                  <c:v>1.2129892123091048E-3</c:v>
                </c:pt>
                <c:pt idx="881">
                  <c:v>1.2143042560372557E-3</c:v>
                </c:pt>
                <c:pt idx="882">
                  <c:v>1.2182380534327801E-3</c:v>
                </c:pt>
                <c:pt idx="883">
                  <c:v>1.2221075591964507E-3</c:v>
                </c:pt>
                <c:pt idx="884">
                  <c:v>1.218452686653954E-3</c:v>
                </c:pt>
                <c:pt idx="885">
                  <c:v>1.220618661452929E-3</c:v>
                </c:pt>
                <c:pt idx="886">
                  <c:v>1.2231653366132822E-3</c:v>
                </c:pt>
                <c:pt idx="887">
                  <c:v>1.2270602801586858E-3</c:v>
                </c:pt>
                <c:pt idx="888">
                  <c:v>1.2262810876479697E-3</c:v>
                </c:pt>
                <c:pt idx="889">
                  <c:v>1.2262156943600624E-3</c:v>
                </c:pt>
                <c:pt idx="890">
                  <c:v>1.2286745929544645E-3</c:v>
                </c:pt>
                <c:pt idx="891">
                  <c:v>1.2298836828859433E-3</c:v>
                </c:pt>
                <c:pt idx="892">
                  <c:v>1.2266580427003429E-3</c:v>
                </c:pt>
                <c:pt idx="893">
                  <c:v>1.2291363323081856E-3</c:v>
                </c:pt>
                <c:pt idx="894">
                  <c:v>1.2315751392371068E-3</c:v>
                </c:pt>
                <c:pt idx="895">
                  <c:v>1.2340952070787278E-3</c:v>
                </c:pt>
                <c:pt idx="896">
                  <c:v>1.2263331996575817E-3</c:v>
                </c:pt>
                <c:pt idx="897">
                  <c:v>1.2262902379254345E-3</c:v>
                </c:pt>
                <c:pt idx="898">
                  <c:v>1.2298558385550973E-3</c:v>
                </c:pt>
                <c:pt idx="899">
                  <c:v>1.2310348775050129E-3</c:v>
                </c:pt>
                <c:pt idx="900">
                  <c:v>1.2170363357542143E-3</c:v>
                </c:pt>
                <c:pt idx="901">
                  <c:v>1.2193768757934463E-3</c:v>
                </c:pt>
                <c:pt idx="902">
                  <c:v>1.221830153764611E-3</c:v>
                </c:pt>
                <c:pt idx="903">
                  <c:v>1.2242211725529582E-3</c:v>
                </c:pt>
                <c:pt idx="904">
                  <c:v>1.2058116130847355E-3</c:v>
                </c:pt>
                <c:pt idx="905">
                  <c:v>1.2086726579132146E-3</c:v>
                </c:pt>
                <c:pt idx="906">
                  <c:v>1.2085258175625543E-3</c:v>
                </c:pt>
                <c:pt idx="907">
                  <c:v>1.2122973569239561E-3</c:v>
                </c:pt>
                <c:pt idx="908">
                  <c:v>1.2159065032594902E-3</c:v>
                </c:pt>
                <c:pt idx="909">
                  <c:v>1.1952274888962905E-3</c:v>
                </c:pt>
                <c:pt idx="910">
                  <c:v>1.1982320999513853E-3</c:v>
                </c:pt>
                <c:pt idx="911">
                  <c:v>1.1981103009591758E-3</c:v>
                </c:pt>
                <c:pt idx="912">
                  <c:v>1.2005005531114535E-3</c:v>
                </c:pt>
                <c:pt idx="913">
                  <c:v>1.1941361279178327E-3</c:v>
                </c:pt>
                <c:pt idx="914">
                  <c:v>1.1951899726773036E-3</c:v>
                </c:pt>
                <c:pt idx="915">
                  <c:v>1.1976984329878978E-3</c:v>
                </c:pt>
                <c:pt idx="916">
                  <c:v>1.1975623583663712E-3</c:v>
                </c:pt>
                <c:pt idx="917">
                  <c:v>1.1974079402961842E-3</c:v>
                </c:pt>
                <c:pt idx="918">
                  <c:v>1.1965973513208897E-3</c:v>
                </c:pt>
                <c:pt idx="919">
                  <c:v>1.1976704964586863E-3</c:v>
                </c:pt>
                <c:pt idx="920">
                  <c:v>1.1988295830368627E-3</c:v>
                </c:pt>
                <c:pt idx="921">
                  <c:v>1.2023655259545229E-3</c:v>
                </c:pt>
                <c:pt idx="922">
                  <c:v>1.2022121032887537E-3</c:v>
                </c:pt>
                <c:pt idx="923">
                  <c:v>1.200508488210076E-3</c:v>
                </c:pt>
                <c:pt idx="924">
                  <c:v>1.2027582753702357E-3</c:v>
                </c:pt>
                <c:pt idx="925">
                  <c:v>1.2026130998993099E-3</c:v>
                </c:pt>
                <c:pt idx="926">
                  <c:v>1.2024494150567845E-3</c:v>
                </c:pt>
                <c:pt idx="927">
                  <c:v>1.1883949607916229E-3</c:v>
                </c:pt>
                <c:pt idx="928">
                  <c:v>1.1903563014930773E-3</c:v>
                </c:pt>
                <c:pt idx="929">
                  <c:v>1.1928133352521277E-3</c:v>
                </c:pt>
                <c:pt idx="930">
                  <c:v>1.193861851278127E-3</c:v>
                </c:pt>
                <c:pt idx="931">
                  <c:v>1.1937303034918808E-3</c:v>
                </c:pt>
                <c:pt idx="932">
                  <c:v>1.1847752892347274E-3</c:v>
                </c:pt>
                <c:pt idx="933">
                  <c:v>1.1857313664382356E-3</c:v>
                </c:pt>
                <c:pt idx="934">
                  <c:v>1.1891378833418262E-3</c:v>
                </c:pt>
                <c:pt idx="935">
                  <c:v>1.192596540384622E-3</c:v>
                </c:pt>
                <c:pt idx="936">
                  <c:v>1.1722320197309582E-3</c:v>
                </c:pt>
                <c:pt idx="937">
                  <c:v>1.1730264503880929E-3</c:v>
                </c:pt>
                <c:pt idx="938">
                  <c:v>1.1728939252956478E-3</c:v>
                </c:pt>
                <c:pt idx="939">
                  <c:v>1.1762933975319381E-3</c:v>
                </c:pt>
                <c:pt idx="940">
                  <c:v>1.1586151001941702E-3</c:v>
                </c:pt>
                <c:pt idx="941">
                  <c:v>1.1585729328143449E-3</c:v>
                </c:pt>
                <c:pt idx="942">
                  <c:v>1.1607500351566455E-3</c:v>
                </c:pt>
                <c:pt idx="943">
                  <c:v>1.1642597430714097E-3</c:v>
                </c:pt>
                <c:pt idx="944">
                  <c:v>1.1553909367525556E-3</c:v>
                </c:pt>
                <c:pt idx="945">
                  <c:v>1.1592749545938149E-3</c:v>
                </c:pt>
                <c:pt idx="946">
                  <c:v>1.1602809013517232E-3</c:v>
                </c:pt>
                <c:pt idx="947">
                  <c:v>1.1600788199956048E-3</c:v>
                </c:pt>
                <c:pt idx="948">
                  <c:v>1.1588848992233503E-3</c:v>
                </c:pt>
                <c:pt idx="949">
                  <c:v>1.1598423048045821E-3</c:v>
                </c:pt>
                <c:pt idx="950">
                  <c:v>1.1641860435702563E-3</c:v>
                </c:pt>
                <c:pt idx="951">
                  <c:v>1.1689828604175424E-3</c:v>
                </c:pt>
                <c:pt idx="952">
                  <c:v>1.1682691781848846E-3</c:v>
                </c:pt>
                <c:pt idx="953">
                  <c:v>1.170328651174501E-3</c:v>
                </c:pt>
                <c:pt idx="954">
                  <c:v>1.1724849898801372E-3</c:v>
                </c:pt>
                <c:pt idx="955">
                  <c:v>1.1746283431468083E-3</c:v>
                </c:pt>
                <c:pt idx="956">
                  <c:v>1.1680846804851192E-3</c:v>
                </c:pt>
                <c:pt idx="957">
                  <c:v>1.1679788939756542E-3</c:v>
                </c:pt>
                <c:pt idx="958">
                  <c:v>1.1689572462482594E-3</c:v>
                </c:pt>
                <c:pt idx="959">
                  <c:v>1.1710802381940625E-3</c:v>
                </c:pt>
                <c:pt idx="960">
                  <c:v>1.1410189696807336E-3</c:v>
                </c:pt>
                <c:pt idx="961">
                  <c:v>1.1437954461313491E-3</c:v>
                </c:pt>
                <c:pt idx="962">
                  <c:v>1.1447598472862708E-3</c:v>
                </c:pt>
                <c:pt idx="963">
                  <c:v>1.1445658218537603E-3</c:v>
                </c:pt>
                <c:pt idx="964">
                  <c:v>1.1380137141722168E-3</c:v>
                </c:pt>
                <c:pt idx="965">
                  <c:v>1.1388804163011252E-3</c:v>
                </c:pt>
                <c:pt idx="966">
                  <c:v>1.1422048725756499E-3</c:v>
                </c:pt>
                <c:pt idx="967">
                  <c:v>1.1454275646213341E-3</c:v>
                </c:pt>
                <c:pt idx="968">
                  <c:v>1.1243688674206355E-3</c:v>
                </c:pt>
                <c:pt idx="969">
                  <c:v>1.1252620409219292E-3</c:v>
                </c:pt>
                <c:pt idx="970">
                  <c:v>1.126228303331613E-3</c:v>
                </c:pt>
                <c:pt idx="971">
                  <c:v>1.1260231652274416E-3</c:v>
                </c:pt>
                <c:pt idx="972">
                  <c:v>1.1234047809264166E-3</c:v>
                </c:pt>
                <c:pt idx="973">
                  <c:v>1.1232359315476574E-3</c:v>
                </c:pt>
                <c:pt idx="974">
                  <c:v>1.1230250825120061E-3</c:v>
                </c:pt>
                <c:pt idx="975">
                  <c:v>1.1262864473072923E-3</c:v>
                </c:pt>
                <c:pt idx="976">
                  <c:v>1.1261857402746467E-3</c:v>
                </c:pt>
                <c:pt idx="977">
                  <c:v>1.1259858842339854E-3</c:v>
                </c:pt>
                <c:pt idx="978">
                  <c:v>1.1269264596831783E-3</c:v>
                </c:pt>
                <c:pt idx="979">
                  <c:v>1.1289759820135509E-3</c:v>
                </c:pt>
                <c:pt idx="980">
                  <c:v>1.1252274503079395E-3</c:v>
                </c:pt>
                <c:pt idx="981">
                  <c:v>1.1261486189760484E-3</c:v>
                </c:pt>
                <c:pt idx="982">
                  <c:v>1.1259346429609188E-3</c:v>
                </c:pt>
                <c:pt idx="983">
                  <c:v>1.1268784788434081E-3</c:v>
                </c:pt>
                <c:pt idx="984">
                  <c:v>1.1111006369874487E-3</c:v>
                </c:pt>
                <c:pt idx="985">
                  <c:v>1.1139998793405616E-3</c:v>
                </c:pt>
                <c:pt idx="986">
                  <c:v>1.1137608536793226E-3</c:v>
                </c:pt>
                <c:pt idx="987">
                  <c:v>1.1182098676380682E-3</c:v>
                </c:pt>
                <c:pt idx="988">
                  <c:v>1.1110729908365199E-3</c:v>
                </c:pt>
                <c:pt idx="989">
                  <c:v>1.1128049703437103E-3</c:v>
                </c:pt>
                <c:pt idx="990">
                  <c:v>1.1160173224402407E-3</c:v>
                </c:pt>
                <c:pt idx="991">
                  <c:v>1.1181274155173126E-3</c:v>
                </c:pt>
                <c:pt idx="992">
                  <c:v>1.0898042934190655E-3</c:v>
                </c:pt>
                <c:pt idx="993">
                  <c:v>1.0896193392838241E-3</c:v>
                </c:pt>
                <c:pt idx="994">
                  <c:v>1.0927653147605647E-3</c:v>
                </c:pt>
                <c:pt idx="995">
                  <c:v>1.0947526474946192E-3</c:v>
                </c:pt>
                <c:pt idx="996">
                  <c:v>1.0743722531891819E-3</c:v>
                </c:pt>
                <c:pt idx="997">
                  <c:v>1.0780891711998193E-3</c:v>
                </c:pt>
                <c:pt idx="998">
                  <c:v>1.0778437693051144E-3</c:v>
                </c:pt>
                <c:pt idx="999">
                  <c:v>1.0799218084221187E-3</c:v>
                </c:pt>
                <c:pt idx="1000">
                  <c:v>1.0742953608110723E-3</c:v>
                </c:pt>
                <c:pt idx="1001">
                  <c:v>1.0761270088095688E-3</c:v>
                </c:pt>
                <c:pt idx="1002">
                  <c:v>1.0804259683874185E-3</c:v>
                </c:pt>
                <c:pt idx="1003">
                  <c:v>1.0825182574429769E-3</c:v>
                </c:pt>
                <c:pt idx="1004">
                  <c:v>1.0803306488427909E-3</c:v>
                </c:pt>
                <c:pt idx="1005">
                  <c:v>1.0822836131885597E-3</c:v>
                </c:pt>
                <c:pt idx="1006">
                  <c:v>1.0842971694200528E-3</c:v>
                </c:pt>
                <c:pt idx="1007">
                  <c:v>1.0851883686671005E-3</c:v>
                </c:pt>
                <c:pt idx="1008">
                  <c:v>1.083140707266424E-3</c:v>
                </c:pt>
                <c:pt idx="1009">
                  <c:v>1.0870587660907552E-3</c:v>
                </c:pt>
                <c:pt idx="1010">
                  <c:v>1.0899439104166116E-3</c:v>
                </c:pt>
                <c:pt idx="1011">
                  <c:v>1.0907863132137961E-3</c:v>
                </c:pt>
                <c:pt idx="1012">
                  <c:v>1.0758452192529925E-3</c:v>
                </c:pt>
                <c:pt idx="1013">
                  <c:v>1.07664164022409E-3</c:v>
                </c:pt>
                <c:pt idx="1014">
                  <c:v>1.0806535293429421E-3</c:v>
                </c:pt>
                <c:pt idx="1015">
                  <c:v>1.0803752230321741E-3</c:v>
                </c:pt>
                <c:pt idx="1016">
                  <c:v>1.073507403161623E-3</c:v>
                </c:pt>
                <c:pt idx="1017">
                  <c:v>1.0732846765796921E-3</c:v>
                </c:pt>
                <c:pt idx="1018">
                  <c:v>1.0752096767631762E-3</c:v>
                </c:pt>
                <c:pt idx="1019">
                  <c:v>1.0749269703162027E-3</c:v>
                </c:pt>
                <c:pt idx="1020">
                  <c:v>1.056695804444968E-3</c:v>
                </c:pt>
                <c:pt idx="1021">
                  <c:v>1.0602388586670646E-3</c:v>
                </c:pt>
                <c:pt idx="1022">
                  <c:v>1.0621156685757531E-3</c:v>
                </c:pt>
                <c:pt idx="1023">
                  <c:v>1.0629297467667287E-3</c:v>
                </c:pt>
                <c:pt idx="1024">
                  <c:v>1.0418524646858848E-3</c:v>
                </c:pt>
                <c:pt idx="1025">
                  <c:v>1.0425925235804353E-3</c:v>
                </c:pt>
                <c:pt idx="1026">
                  <c:v>1.0456720652393331E-3</c:v>
                </c:pt>
                <c:pt idx="1027">
                  <c:v>1.0476249006839771E-3</c:v>
                </c:pt>
                <c:pt idx="1028">
                  <c:v>1.0418553955284645E-3</c:v>
                </c:pt>
                <c:pt idx="1029">
                  <c:v>1.0416090808881141E-3</c:v>
                </c:pt>
                <c:pt idx="1030">
                  <c:v>1.0413175048854895E-3</c:v>
                </c:pt>
                <c:pt idx="1031">
                  <c:v>1.0409939598144365E-3</c:v>
                </c:pt>
                <c:pt idx="1032">
                  <c:v>1.038377203617162E-3</c:v>
                </c:pt>
                <c:pt idx="1033">
                  <c:v>1.0423756171730576E-3</c:v>
                </c:pt>
                <c:pt idx="1034">
                  <c:v>1.0463048791079464E-3</c:v>
                </c:pt>
                <c:pt idx="1035">
                  <c:v>1.0505190406931882E-3</c:v>
                </c:pt>
                <c:pt idx="1036">
                  <c:v>1.0437326938110157E-3</c:v>
                </c:pt>
                <c:pt idx="1037">
                  <c:v>1.0434837604127794E-3</c:v>
                </c:pt>
                <c:pt idx="1038">
                  <c:v>1.0443043988900655E-3</c:v>
                </c:pt>
                <c:pt idx="1039">
                  <c:v>1.0472527897956115E-3</c:v>
                </c:pt>
                <c:pt idx="1040">
                  <c:v>1.046968328852162E-3</c:v>
                </c:pt>
                <c:pt idx="1041">
                  <c:v>1.0289326728674189E-3</c:v>
                </c:pt>
                <c:pt idx="1042">
                  <c:v>1.0305658184957002E-3</c:v>
                </c:pt>
                <c:pt idx="1043">
                  <c:v>1.0302593387308597E-3</c:v>
                </c:pt>
                <c:pt idx="1044">
                  <c:v>1.033132234872648E-3</c:v>
                </c:pt>
                <c:pt idx="1045">
                  <c:v>1.0116226990558269E-3</c:v>
                </c:pt>
                <c:pt idx="1046">
                  <c:v>1.013997877355357E-3</c:v>
                </c:pt>
                <c:pt idx="1047">
                  <c:v>1.0147526267343396E-3</c:v>
                </c:pt>
                <c:pt idx="1048">
                  <c:v>1.0185334598663321E-3</c:v>
                </c:pt>
                <c:pt idx="1049">
                  <c:v>1.0052503174072915E-3</c:v>
                </c:pt>
                <c:pt idx="1050">
                  <c:v>1.0050535452267623E-3</c:v>
                </c:pt>
                <c:pt idx="1051">
                  <c:v>1.0047714494697596E-3</c:v>
                </c:pt>
                <c:pt idx="1052">
                  <c:v>1.0075280714482739E-3</c:v>
                </c:pt>
                <c:pt idx="1053">
                  <c:v>9.9512550880790263E-4</c:v>
                </c:pt>
                <c:pt idx="1054">
                  <c:v>9.9669346759463802E-4</c:v>
                </c:pt>
                <c:pt idx="1055">
                  <c:v>9.9851374455825221E-4</c:v>
                </c:pt>
                <c:pt idx="1056">
                  <c:v>1.0002999217918914E-3</c:v>
                </c:pt>
                <c:pt idx="1057">
                  <c:v>9.9758646670994149E-4</c:v>
                </c:pt>
                <c:pt idx="1058">
                  <c:v>9.999475523252031E-4</c:v>
                </c:pt>
                <c:pt idx="1059">
                  <c:v>1.0017775134114914E-3</c:v>
                </c:pt>
                <c:pt idx="1060">
                  <c:v>1.0046563185351111E-3</c:v>
                </c:pt>
                <c:pt idx="1061">
                  <c:v>1.0012550280770797E-3</c:v>
                </c:pt>
                <c:pt idx="1062">
                  <c:v>1.0040655607874071E-3</c:v>
                </c:pt>
                <c:pt idx="1063">
                  <c:v>1.0071056034991106E-3</c:v>
                </c:pt>
                <c:pt idx="1064">
                  <c:v>1.0078283798865993E-3</c:v>
                </c:pt>
                <c:pt idx="1065">
                  <c:v>1.0107194184552878E-3</c:v>
                </c:pt>
                <c:pt idx="1066">
                  <c:v>1.0062531540494808E-3</c:v>
                </c:pt>
                <c:pt idx="1067">
                  <c:v>1.0088803455598036E-3</c:v>
                </c:pt>
                <c:pt idx="1068">
                  <c:v>1.0085308975763367E-3</c:v>
                </c:pt>
                <c:pt idx="1069">
                  <c:v>1.0123188245651485E-3</c:v>
                </c:pt>
                <c:pt idx="1070">
                  <c:v>9.9977273985789729E-4</c:v>
                </c:pt>
                <c:pt idx="1071">
                  <c:v>9.9671620593950083E-4</c:v>
                </c:pt>
                <c:pt idx="1072">
                  <c:v>9.9531978659722414E-4</c:v>
                </c:pt>
                <c:pt idx="1073">
                  <c:v>9.9899020978046009E-4</c:v>
                </c:pt>
                <c:pt idx="1074">
                  <c:v>1.01435369953831E-3</c:v>
                </c:pt>
                <c:pt idx="1075">
                  <c:v>1.0132533724699546E-3</c:v>
                </c:pt>
                <c:pt idx="1076">
                  <c:v>1.0129134785387798E-3</c:v>
                </c:pt>
                <c:pt idx="1077">
                  <c:v>1.0166113717478568E-3</c:v>
                </c:pt>
                <c:pt idx="1078">
                  <c:v>1.007803159070118E-3</c:v>
                </c:pt>
                <c:pt idx="1079">
                  <c:v>1.0022778262545307E-3</c:v>
                </c:pt>
                <c:pt idx="1080">
                  <c:v>9.9965856287788867E-4</c:v>
                </c:pt>
                <c:pt idx="1081">
                  <c:v>9.944818562807121E-4</c:v>
                </c:pt>
                <c:pt idx="1082">
                  <c:v>9.9721309812514825E-4</c:v>
                </c:pt>
                <c:pt idx="1083">
                  <c:v>9.7295987943003012E-4</c:v>
                </c:pt>
                <c:pt idx="1084">
                  <c:v>9.7531898652921257E-4</c:v>
                </c:pt>
                <c:pt idx="1085">
                  <c:v>9.7701456815436796E-4</c:v>
                </c:pt>
                <c:pt idx="1086">
                  <c:v>9.7667819725455614E-4</c:v>
                </c:pt>
                <c:pt idx="1087">
                  <c:v>9.8478471596523615E-4</c:v>
                </c:pt>
                <c:pt idx="1088">
                  <c:v>9.7896835042651982E-4</c:v>
                </c:pt>
                <c:pt idx="1089">
                  <c:v>9.7551384873413962E-4</c:v>
                </c:pt>
                <c:pt idx="1090">
                  <c:v>9.7839463119492147E-4</c:v>
                </c:pt>
                <c:pt idx="1091">
                  <c:v>9.7537296057415197E-4</c:v>
                </c:pt>
                <c:pt idx="1092">
                  <c:v>9.7810426421821983E-4</c:v>
                </c:pt>
                <c:pt idx="1093">
                  <c:v>9.788044532269809E-4</c:v>
                </c:pt>
                <c:pt idx="1094">
                  <c:v>9.8161039176819509E-4</c:v>
                </c:pt>
                <c:pt idx="1095">
                  <c:v>9.7624595754363123E-4</c:v>
                </c:pt>
                <c:pt idx="1096">
                  <c:v>9.789233999109579E-4</c:v>
                </c:pt>
                <c:pt idx="1097">
                  <c:v>9.8156611953555432E-4</c:v>
                </c:pt>
                <c:pt idx="1098">
                  <c:v>9.8324466721033308E-4</c:v>
                </c:pt>
                <c:pt idx="1099">
                  <c:v>9.5681259005477709E-4</c:v>
                </c:pt>
                <c:pt idx="1100">
                  <c:v>9.5821047907318924E-4</c:v>
                </c:pt>
                <c:pt idx="1101">
                  <c:v>9.6182415530031255E-4</c:v>
                </c:pt>
                <c:pt idx="1102">
                  <c:v>9.6529653158446182E-4</c:v>
                </c:pt>
                <c:pt idx="1103">
                  <c:v>9.3945816759886697E-4</c:v>
                </c:pt>
                <c:pt idx="1104">
                  <c:v>9.4086943051529474E-4</c:v>
                </c:pt>
                <c:pt idx="1105">
                  <c:v>9.435385793809453E-4</c:v>
                </c:pt>
                <c:pt idx="1106">
                  <c:v>9.4520924917061255E-4</c:v>
                </c:pt>
                <c:pt idx="1107">
                  <c:v>9.2445362355867355E-4</c:v>
                </c:pt>
                <c:pt idx="1108">
                  <c:v>9.2579938992941421E-4</c:v>
                </c:pt>
                <c:pt idx="1109">
                  <c:v>9.274205247934398E-4</c:v>
                </c:pt>
                <c:pt idx="1110">
                  <c:v>9.2901094834368946E-4</c:v>
                </c:pt>
                <c:pt idx="1111">
                  <c:v>8.9758482381144234E-4</c:v>
                </c:pt>
                <c:pt idx="1112">
                  <c:v>8.9875123261656559E-4</c:v>
                </c:pt>
                <c:pt idx="1113">
                  <c:v>9.0136660500123608E-4</c:v>
                </c:pt>
                <c:pt idx="1114">
                  <c:v>9.0391231530765584E-4</c:v>
                </c:pt>
                <c:pt idx="1115">
                  <c:v>8.8839935003378473E-4</c:v>
                </c:pt>
                <c:pt idx="1116">
                  <c:v>8.9034397387815524E-4</c:v>
                </c:pt>
                <c:pt idx="1117">
                  <c:v>8.9034397387815524E-4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F9-45C3-B506-887D578972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9662568"/>
        <c:axId val="1019667968"/>
      </c:areaChart>
      <c:dateAx>
        <c:axId val="101966256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019667968"/>
        <c:crosses val="autoZero"/>
        <c:auto val="1"/>
        <c:lblOffset val="100"/>
        <c:baseTimeUnit val="days"/>
      </c:dateAx>
      <c:valAx>
        <c:axId val="1019667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ody"/>
                <a:ea typeface="+mn-ea"/>
                <a:cs typeface="+mn-cs"/>
              </a:defRPr>
            </a:pPr>
            <a:endParaRPr lang="en-US"/>
          </a:p>
        </c:txPr>
        <c:crossAx val="101966256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probability!$D$1</c:f>
              <c:strCache>
                <c:ptCount val="1"/>
                <c:pt idx="0">
                  <c:v>Reverse</c:v>
                </c:pt>
              </c:strCache>
            </c:strRef>
          </c:tx>
          <c:spPr>
            <a:ln w="2222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xVal>
            <c:numRef>
              <c:f>probability!$A$2:$A$1119</c:f>
              <c:numCache>
                <c:formatCode>General</c:formatCode>
                <c:ptCount val="11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  <c:pt idx="268">
                  <c:v>1</c:v>
                </c:pt>
                <c:pt idx="269">
                  <c:v>1</c:v>
                </c:pt>
                <c:pt idx="270">
                  <c:v>1</c:v>
                </c:pt>
                <c:pt idx="271">
                  <c:v>1</c:v>
                </c:pt>
                <c:pt idx="272">
                  <c:v>1</c:v>
                </c:pt>
                <c:pt idx="273">
                  <c:v>1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1</c:v>
                </c:pt>
                <c:pt idx="278">
                  <c:v>1</c:v>
                </c:pt>
                <c:pt idx="279">
                  <c:v>1</c:v>
                </c:pt>
                <c:pt idx="280">
                  <c:v>1</c:v>
                </c:pt>
                <c:pt idx="281">
                  <c:v>1</c:v>
                </c:pt>
                <c:pt idx="282">
                  <c:v>1</c:v>
                </c:pt>
                <c:pt idx="283">
                  <c:v>1</c:v>
                </c:pt>
                <c:pt idx="284">
                  <c:v>1</c:v>
                </c:pt>
                <c:pt idx="285">
                  <c:v>1</c:v>
                </c:pt>
                <c:pt idx="286">
                  <c:v>1</c:v>
                </c:pt>
                <c:pt idx="287">
                  <c:v>1</c:v>
                </c:pt>
                <c:pt idx="288">
                  <c:v>1</c:v>
                </c:pt>
                <c:pt idx="289">
                  <c:v>1</c:v>
                </c:pt>
                <c:pt idx="290">
                  <c:v>1</c:v>
                </c:pt>
                <c:pt idx="291">
                  <c:v>1</c:v>
                </c:pt>
                <c:pt idx="292">
                  <c:v>1</c:v>
                </c:pt>
                <c:pt idx="293">
                  <c:v>1</c:v>
                </c:pt>
                <c:pt idx="294">
                  <c:v>1</c:v>
                </c:pt>
                <c:pt idx="295">
                  <c:v>1</c:v>
                </c:pt>
                <c:pt idx="296">
                  <c:v>1</c:v>
                </c:pt>
                <c:pt idx="297">
                  <c:v>1</c:v>
                </c:pt>
                <c:pt idx="298">
                  <c:v>1</c:v>
                </c:pt>
                <c:pt idx="299">
                  <c:v>2</c:v>
                </c:pt>
                <c:pt idx="300">
                  <c:v>2</c:v>
                </c:pt>
                <c:pt idx="301">
                  <c:v>2</c:v>
                </c:pt>
                <c:pt idx="302">
                  <c:v>2</c:v>
                </c:pt>
                <c:pt idx="303">
                  <c:v>2</c:v>
                </c:pt>
                <c:pt idx="304">
                  <c:v>2</c:v>
                </c:pt>
                <c:pt idx="305">
                  <c:v>2</c:v>
                </c:pt>
                <c:pt idx="306">
                  <c:v>2</c:v>
                </c:pt>
                <c:pt idx="307">
                  <c:v>2</c:v>
                </c:pt>
                <c:pt idx="308">
                  <c:v>2</c:v>
                </c:pt>
                <c:pt idx="309">
                  <c:v>2</c:v>
                </c:pt>
                <c:pt idx="310">
                  <c:v>2</c:v>
                </c:pt>
                <c:pt idx="311">
                  <c:v>2</c:v>
                </c:pt>
                <c:pt idx="312">
                  <c:v>2</c:v>
                </c:pt>
                <c:pt idx="313">
                  <c:v>2</c:v>
                </c:pt>
                <c:pt idx="314">
                  <c:v>2</c:v>
                </c:pt>
                <c:pt idx="315">
                  <c:v>2</c:v>
                </c:pt>
                <c:pt idx="316">
                  <c:v>2</c:v>
                </c:pt>
                <c:pt idx="317">
                  <c:v>2</c:v>
                </c:pt>
                <c:pt idx="318">
                  <c:v>2</c:v>
                </c:pt>
                <c:pt idx="319">
                  <c:v>2</c:v>
                </c:pt>
                <c:pt idx="320">
                  <c:v>2</c:v>
                </c:pt>
                <c:pt idx="321">
                  <c:v>2</c:v>
                </c:pt>
                <c:pt idx="322">
                  <c:v>2</c:v>
                </c:pt>
                <c:pt idx="323">
                  <c:v>2</c:v>
                </c:pt>
                <c:pt idx="324">
                  <c:v>2</c:v>
                </c:pt>
                <c:pt idx="325">
                  <c:v>2</c:v>
                </c:pt>
                <c:pt idx="326">
                  <c:v>2</c:v>
                </c:pt>
                <c:pt idx="327">
                  <c:v>2</c:v>
                </c:pt>
                <c:pt idx="328">
                  <c:v>2</c:v>
                </c:pt>
                <c:pt idx="329">
                  <c:v>2</c:v>
                </c:pt>
                <c:pt idx="330">
                  <c:v>2</c:v>
                </c:pt>
                <c:pt idx="331">
                  <c:v>2</c:v>
                </c:pt>
                <c:pt idx="332">
                  <c:v>2</c:v>
                </c:pt>
                <c:pt idx="333">
                  <c:v>2</c:v>
                </c:pt>
                <c:pt idx="334">
                  <c:v>2</c:v>
                </c:pt>
                <c:pt idx="335">
                  <c:v>2</c:v>
                </c:pt>
                <c:pt idx="336">
                  <c:v>2</c:v>
                </c:pt>
                <c:pt idx="337">
                  <c:v>2</c:v>
                </c:pt>
                <c:pt idx="338">
                  <c:v>2</c:v>
                </c:pt>
                <c:pt idx="339">
                  <c:v>2</c:v>
                </c:pt>
                <c:pt idx="340">
                  <c:v>2</c:v>
                </c:pt>
                <c:pt idx="341">
                  <c:v>2</c:v>
                </c:pt>
                <c:pt idx="342">
                  <c:v>2</c:v>
                </c:pt>
                <c:pt idx="343">
                  <c:v>2</c:v>
                </c:pt>
                <c:pt idx="344">
                  <c:v>2</c:v>
                </c:pt>
                <c:pt idx="345">
                  <c:v>2</c:v>
                </c:pt>
                <c:pt idx="346">
                  <c:v>2</c:v>
                </c:pt>
                <c:pt idx="347">
                  <c:v>2</c:v>
                </c:pt>
                <c:pt idx="348">
                  <c:v>2</c:v>
                </c:pt>
                <c:pt idx="349">
                  <c:v>2</c:v>
                </c:pt>
                <c:pt idx="350">
                  <c:v>2</c:v>
                </c:pt>
                <c:pt idx="351">
                  <c:v>2</c:v>
                </c:pt>
                <c:pt idx="352">
                  <c:v>2</c:v>
                </c:pt>
                <c:pt idx="353">
                  <c:v>2</c:v>
                </c:pt>
                <c:pt idx="354">
                  <c:v>2</c:v>
                </c:pt>
                <c:pt idx="355">
                  <c:v>2</c:v>
                </c:pt>
                <c:pt idx="356">
                  <c:v>2</c:v>
                </c:pt>
                <c:pt idx="357">
                  <c:v>2</c:v>
                </c:pt>
                <c:pt idx="358">
                  <c:v>2</c:v>
                </c:pt>
                <c:pt idx="359">
                  <c:v>2</c:v>
                </c:pt>
                <c:pt idx="360">
                  <c:v>2</c:v>
                </c:pt>
                <c:pt idx="361">
                  <c:v>2</c:v>
                </c:pt>
                <c:pt idx="362">
                  <c:v>2</c:v>
                </c:pt>
                <c:pt idx="363">
                  <c:v>2</c:v>
                </c:pt>
                <c:pt idx="364">
                  <c:v>2</c:v>
                </c:pt>
                <c:pt idx="365">
                  <c:v>2</c:v>
                </c:pt>
                <c:pt idx="366">
                  <c:v>2</c:v>
                </c:pt>
                <c:pt idx="367">
                  <c:v>2</c:v>
                </c:pt>
                <c:pt idx="368">
                  <c:v>2</c:v>
                </c:pt>
                <c:pt idx="369">
                  <c:v>2</c:v>
                </c:pt>
                <c:pt idx="370">
                  <c:v>2</c:v>
                </c:pt>
                <c:pt idx="371">
                  <c:v>2</c:v>
                </c:pt>
                <c:pt idx="372">
                  <c:v>2</c:v>
                </c:pt>
                <c:pt idx="373">
                  <c:v>2</c:v>
                </c:pt>
                <c:pt idx="374">
                  <c:v>2</c:v>
                </c:pt>
                <c:pt idx="375">
                  <c:v>2</c:v>
                </c:pt>
                <c:pt idx="376">
                  <c:v>2</c:v>
                </c:pt>
                <c:pt idx="377">
                  <c:v>2</c:v>
                </c:pt>
                <c:pt idx="378">
                  <c:v>2</c:v>
                </c:pt>
                <c:pt idx="379">
                  <c:v>2</c:v>
                </c:pt>
                <c:pt idx="380">
                  <c:v>2</c:v>
                </c:pt>
                <c:pt idx="381">
                  <c:v>2</c:v>
                </c:pt>
                <c:pt idx="382">
                  <c:v>2</c:v>
                </c:pt>
                <c:pt idx="383">
                  <c:v>2</c:v>
                </c:pt>
                <c:pt idx="384">
                  <c:v>2</c:v>
                </c:pt>
                <c:pt idx="385">
                  <c:v>2</c:v>
                </c:pt>
                <c:pt idx="386">
                  <c:v>2</c:v>
                </c:pt>
                <c:pt idx="387">
                  <c:v>2</c:v>
                </c:pt>
                <c:pt idx="388">
                  <c:v>2</c:v>
                </c:pt>
                <c:pt idx="389">
                  <c:v>2</c:v>
                </c:pt>
                <c:pt idx="390">
                  <c:v>2</c:v>
                </c:pt>
                <c:pt idx="391">
                  <c:v>2</c:v>
                </c:pt>
                <c:pt idx="392">
                  <c:v>2</c:v>
                </c:pt>
                <c:pt idx="393">
                  <c:v>2</c:v>
                </c:pt>
                <c:pt idx="394">
                  <c:v>2</c:v>
                </c:pt>
                <c:pt idx="395">
                  <c:v>2</c:v>
                </c:pt>
                <c:pt idx="396">
                  <c:v>2</c:v>
                </c:pt>
                <c:pt idx="397">
                  <c:v>2</c:v>
                </c:pt>
                <c:pt idx="398">
                  <c:v>2</c:v>
                </c:pt>
                <c:pt idx="399">
                  <c:v>2</c:v>
                </c:pt>
                <c:pt idx="400">
                  <c:v>2</c:v>
                </c:pt>
                <c:pt idx="401">
                  <c:v>2</c:v>
                </c:pt>
                <c:pt idx="402">
                  <c:v>2</c:v>
                </c:pt>
                <c:pt idx="403">
                  <c:v>2</c:v>
                </c:pt>
                <c:pt idx="404">
                  <c:v>2</c:v>
                </c:pt>
                <c:pt idx="405">
                  <c:v>2</c:v>
                </c:pt>
                <c:pt idx="406">
                  <c:v>2</c:v>
                </c:pt>
                <c:pt idx="407">
                  <c:v>2</c:v>
                </c:pt>
                <c:pt idx="408">
                  <c:v>2</c:v>
                </c:pt>
                <c:pt idx="409">
                  <c:v>2</c:v>
                </c:pt>
                <c:pt idx="410">
                  <c:v>2</c:v>
                </c:pt>
                <c:pt idx="411">
                  <c:v>2</c:v>
                </c:pt>
                <c:pt idx="412">
                  <c:v>2</c:v>
                </c:pt>
                <c:pt idx="413">
                  <c:v>2</c:v>
                </c:pt>
                <c:pt idx="414">
                  <c:v>2</c:v>
                </c:pt>
                <c:pt idx="415">
                  <c:v>2</c:v>
                </c:pt>
                <c:pt idx="416">
                  <c:v>2</c:v>
                </c:pt>
                <c:pt idx="417">
                  <c:v>2</c:v>
                </c:pt>
                <c:pt idx="418">
                  <c:v>2</c:v>
                </c:pt>
                <c:pt idx="419">
                  <c:v>2</c:v>
                </c:pt>
                <c:pt idx="420">
                  <c:v>2</c:v>
                </c:pt>
                <c:pt idx="421">
                  <c:v>2</c:v>
                </c:pt>
                <c:pt idx="422">
                  <c:v>2</c:v>
                </c:pt>
                <c:pt idx="423">
                  <c:v>2</c:v>
                </c:pt>
                <c:pt idx="424">
                  <c:v>2</c:v>
                </c:pt>
                <c:pt idx="425">
                  <c:v>2</c:v>
                </c:pt>
                <c:pt idx="426">
                  <c:v>2</c:v>
                </c:pt>
                <c:pt idx="427">
                  <c:v>2</c:v>
                </c:pt>
                <c:pt idx="428">
                  <c:v>2</c:v>
                </c:pt>
                <c:pt idx="429">
                  <c:v>2</c:v>
                </c:pt>
                <c:pt idx="430">
                  <c:v>2</c:v>
                </c:pt>
                <c:pt idx="431">
                  <c:v>2</c:v>
                </c:pt>
                <c:pt idx="432">
                  <c:v>2</c:v>
                </c:pt>
                <c:pt idx="433">
                  <c:v>2</c:v>
                </c:pt>
                <c:pt idx="434">
                  <c:v>2</c:v>
                </c:pt>
                <c:pt idx="435">
                  <c:v>2</c:v>
                </c:pt>
                <c:pt idx="436">
                  <c:v>2</c:v>
                </c:pt>
                <c:pt idx="437">
                  <c:v>2</c:v>
                </c:pt>
                <c:pt idx="438">
                  <c:v>2</c:v>
                </c:pt>
                <c:pt idx="439">
                  <c:v>2</c:v>
                </c:pt>
                <c:pt idx="440">
                  <c:v>2</c:v>
                </c:pt>
                <c:pt idx="441">
                  <c:v>2</c:v>
                </c:pt>
                <c:pt idx="442">
                  <c:v>2</c:v>
                </c:pt>
                <c:pt idx="443">
                  <c:v>2</c:v>
                </c:pt>
                <c:pt idx="444">
                  <c:v>2</c:v>
                </c:pt>
                <c:pt idx="445">
                  <c:v>2</c:v>
                </c:pt>
                <c:pt idx="446">
                  <c:v>2</c:v>
                </c:pt>
                <c:pt idx="447">
                  <c:v>2</c:v>
                </c:pt>
                <c:pt idx="448">
                  <c:v>2</c:v>
                </c:pt>
                <c:pt idx="449">
                  <c:v>2</c:v>
                </c:pt>
                <c:pt idx="450">
                  <c:v>2</c:v>
                </c:pt>
                <c:pt idx="451">
                  <c:v>2</c:v>
                </c:pt>
                <c:pt idx="452">
                  <c:v>2</c:v>
                </c:pt>
                <c:pt idx="453">
                  <c:v>2</c:v>
                </c:pt>
                <c:pt idx="454">
                  <c:v>2</c:v>
                </c:pt>
                <c:pt idx="455">
                  <c:v>2</c:v>
                </c:pt>
                <c:pt idx="456">
                  <c:v>2</c:v>
                </c:pt>
                <c:pt idx="457">
                  <c:v>2</c:v>
                </c:pt>
                <c:pt idx="458">
                  <c:v>2</c:v>
                </c:pt>
                <c:pt idx="459">
                  <c:v>2</c:v>
                </c:pt>
                <c:pt idx="460">
                  <c:v>2</c:v>
                </c:pt>
                <c:pt idx="461">
                  <c:v>2</c:v>
                </c:pt>
                <c:pt idx="462">
                  <c:v>2</c:v>
                </c:pt>
                <c:pt idx="463">
                  <c:v>2</c:v>
                </c:pt>
                <c:pt idx="464">
                  <c:v>2</c:v>
                </c:pt>
                <c:pt idx="465">
                  <c:v>2</c:v>
                </c:pt>
                <c:pt idx="466">
                  <c:v>2</c:v>
                </c:pt>
                <c:pt idx="467">
                  <c:v>2</c:v>
                </c:pt>
                <c:pt idx="468">
                  <c:v>2</c:v>
                </c:pt>
                <c:pt idx="469">
                  <c:v>2</c:v>
                </c:pt>
                <c:pt idx="470">
                  <c:v>2</c:v>
                </c:pt>
                <c:pt idx="471">
                  <c:v>2</c:v>
                </c:pt>
                <c:pt idx="472">
                  <c:v>2</c:v>
                </c:pt>
                <c:pt idx="473">
                  <c:v>2</c:v>
                </c:pt>
                <c:pt idx="474">
                  <c:v>2</c:v>
                </c:pt>
                <c:pt idx="475">
                  <c:v>2</c:v>
                </c:pt>
                <c:pt idx="476">
                  <c:v>2</c:v>
                </c:pt>
                <c:pt idx="477">
                  <c:v>2</c:v>
                </c:pt>
                <c:pt idx="478">
                  <c:v>2</c:v>
                </c:pt>
                <c:pt idx="479">
                  <c:v>2</c:v>
                </c:pt>
                <c:pt idx="480">
                  <c:v>2</c:v>
                </c:pt>
                <c:pt idx="481">
                  <c:v>2</c:v>
                </c:pt>
                <c:pt idx="482">
                  <c:v>2</c:v>
                </c:pt>
                <c:pt idx="483">
                  <c:v>2</c:v>
                </c:pt>
                <c:pt idx="484">
                  <c:v>2</c:v>
                </c:pt>
                <c:pt idx="485">
                  <c:v>2</c:v>
                </c:pt>
                <c:pt idx="486">
                  <c:v>2</c:v>
                </c:pt>
                <c:pt idx="487">
                  <c:v>2</c:v>
                </c:pt>
                <c:pt idx="488">
                  <c:v>2</c:v>
                </c:pt>
                <c:pt idx="489">
                  <c:v>2</c:v>
                </c:pt>
                <c:pt idx="490">
                  <c:v>3</c:v>
                </c:pt>
                <c:pt idx="491">
                  <c:v>3</c:v>
                </c:pt>
                <c:pt idx="492">
                  <c:v>3</c:v>
                </c:pt>
                <c:pt idx="493">
                  <c:v>3</c:v>
                </c:pt>
                <c:pt idx="494">
                  <c:v>3</c:v>
                </c:pt>
                <c:pt idx="495">
                  <c:v>3</c:v>
                </c:pt>
                <c:pt idx="496">
                  <c:v>3</c:v>
                </c:pt>
                <c:pt idx="497">
                  <c:v>3</c:v>
                </c:pt>
                <c:pt idx="498">
                  <c:v>3</c:v>
                </c:pt>
                <c:pt idx="499">
                  <c:v>3</c:v>
                </c:pt>
                <c:pt idx="500">
                  <c:v>3</c:v>
                </c:pt>
                <c:pt idx="501">
                  <c:v>3</c:v>
                </c:pt>
                <c:pt idx="502">
                  <c:v>3</c:v>
                </c:pt>
                <c:pt idx="503">
                  <c:v>3</c:v>
                </c:pt>
                <c:pt idx="504">
                  <c:v>3</c:v>
                </c:pt>
                <c:pt idx="505">
                  <c:v>3</c:v>
                </c:pt>
                <c:pt idx="506">
                  <c:v>3</c:v>
                </c:pt>
                <c:pt idx="507">
                  <c:v>3</c:v>
                </c:pt>
                <c:pt idx="508">
                  <c:v>3</c:v>
                </c:pt>
                <c:pt idx="509">
                  <c:v>3</c:v>
                </c:pt>
                <c:pt idx="510">
                  <c:v>3</c:v>
                </c:pt>
                <c:pt idx="511">
                  <c:v>3</c:v>
                </c:pt>
                <c:pt idx="512">
                  <c:v>3</c:v>
                </c:pt>
                <c:pt idx="513">
                  <c:v>3</c:v>
                </c:pt>
                <c:pt idx="514">
                  <c:v>3</c:v>
                </c:pt>
                <c:pt idx="515">
                  <c:v>3</c:v>
                </c:pt>
                <c:pt idx="516">
                  <c:v>3</c:v>
                </c:pt>
                <c:pt idx="517">
                  <c:v>3</c:v>
                </c:pt>
                <c:pt idx="518">
                  <c:v>3</c:v>
                </c:pt>
                <c:pt idx="519">
                  <c:v>3</c:v>
                </c:pt>
                <c:pt idx="520">
                  <c:v>3</c:v>
                </c:pt>
                <c:pt idx="521">
                  <c:v>3</c:v>
                </c:pt>
                <c:pt idx="522">
                  <c:v>3</c:v>
                </c:pt>
                <c:pt idx="523">
                  <c:v>3</c:v>
                </c:pt>
                <c:pt idx="524">
                  <c:v>3</c:v>
                </c:pt>
                <c:pt idx="525">
                  <c:v>3</c:v>
                </c:pt>
                <c:pt idx="526">
                  <c:v>3</c:v>
                </c:pt>
                <c:pt idx="527">
                  <c:v>3</c:v>
                </c:pt>
                <c:pt idx="528">
                  <c:v>3</c:v>
                </c:pt>
                <c:pt idx="529">
                  <c:v>3</c:v>
                </c:pt>
                <c:pt idx="530">
                  <c:v>3</c:v>
                </c:pt>
                <c:pt idx="531">
                  <c:v>3</c:v>
                </c:pt>
                <c:pt idx="532">
                  <c:v>3</c:v>
                </c:pt>
                <c:pt idx="533">
                  <c:v>3</c:v>
                </c:pt>
                <c:pt idx="534">
                  <c:v>3</c:v>
                </c:pt>
                <c:pt idx="535">
                  <c:v>3</c:v>
                </c:pt>
                <c:pt idx="536">
                  <c:v>3</c:v>
                </c:pt>
                <c:pt idx="537">
                  <c:v>3</c:v>
                </c:pt>
                <c:pt idx="538">
                  <c:v>3</c:v>
                </c:pt>
                <c:pt idx="539">
                  <c:v>3</c:v>
                </c:pt>
                <c:pt idx="540">
                  <c:v>3</c:v>
                </c:pt>
                <c:pt idx="541">
                  <c:v>3</c:v>
                </c:pt>
                <c:pt idx="542">
                  <c:v>3</c:v>
                </c:pt>
                <c:pt idx="543">
                  <c:v>3</c:v>
                </c:pt>
                <c:pt idx="544">
                  <c:v>3</c:v>
                </c:pt>
                <c:pt idx="545">
                  <c:v>3</c:v>
                </c:pt>
                <c:pt idx="546">
                  <c:v>3</c:v>
                </c:pt>
                <c:pt idx="547">
                  <c:v>3</c:v>
                </c:pt>
                <c:pt idx="548">
                  <c:v>3</c:v>
                </c:pt>
                <c:pt idx="549">
                  <c:v>3</c:v>
                </c:pt>
                <c:pt idx="550">
                  <c:v>3</c:v>
                </c:pt>
                <c:pt idx="551">
                  <c:v>3</c:v>
                </c:pt>
                <c:pt idx="552">
                  <c:v>3</c:v>
                </c:pt>
                <c:pt idx="553">
                  <c:v>3</c:v>
                </c:pt>
                <c:pt idx="554">
                  <c:v>3</c:v>
                </c:pt>
                <c:pt idx="555">
                  <c:v>3</c:v>
                </c:pt>
                <c:pt idx="556">
                  <c:v>3</c:v>
                </c:pt>
                <c:pt idx="557">
                  <c:v>3</c:v>
                </c:pt>
                <c:pt idx="558">
                  <c:v>3</c:v>
                </c:pt>
                <c:pt idx="559">
                  <c:v>3</c:v>
                </c:pt>
                <c:pt idx="560">
                  <c:v>3</c:v>
                </c:pt>
                <c:pt idx="561">
                  <c:v>3</c:v>
                </c:pt>
                <c:pt idx="562">
                  <c:v>3</c:v>
                </c:pt>
                <c:pt idx="563">
                  <c:v>3</c:v>
                </c:pt>
                <c:pt idx="564">
                  <c:v>3</c:v>
                </c:pt>
                <c:pt idx="565">
                  <c:v>3</c:v>
                </c:pt>
                <c:pt idx="566">
                  <c:v>3</c:v>
                </c:pt>
                <c:pt idx="567">
                  <c:v>3</c:v>
                </c:pt>
                <c:pt idx="568">
                  <c:v>3</c:v>
                </c:pt>
                <c:pt idx="569">
                  <c:v>3</c:v>
                </c:pt>
                <c:pt idx="570">
                  <c:v>3</c:v>
                </c:pt>
                <c:pt idx="571">
                  <c:v>3</c:v>
                </c:pt>
                <c:pt idx="572">
                  <c:v>3</c:v>
                </c:pt>
                <c:pt idx="573">
                  <c:v>3</c:v>
                </c:pt>
                <c:pt idx="574">
                  <c:v>3</c:v>
                </c:pt>
                <c:pt idx="575">
                  <c:v>3</c:v>
                </c:pt>
                <c:pt idx="576">
                  <c:v>3</c:v>
                </c:pt>
                <c:pt idx="577">
                  <c:v>3</c:v>
                </c:pt>
                <c:pt idx="578">
                  <c:v>3</c:v>
                </c:pt>
                <c:pt idx="579">
                  <c:v>3</c:v>
                </c:pt>
                <c:pt idx="580">
                  <c:v>3</c:v>
                </c:pt>
                <c:pt idx="581">
                  <c:v>3</c:v>
                </c:pt>
                <c:pt idx="582">
                  <c:v>3</c:v>
                </c:pt>
                <c:pt idx="583">
                  <c:v>3</c:v>
                </c:pt>
                <c:pt idx="584">
                  <c:v>3</c:v>
                </c:pt>
                <c:pt idx="585">
                  <c:v>3</c:v>
                </c:pt>
                <c:pt idx="586">
                  <c:v>3</c:v>
                </c:pt>
                <c:pt idx="587">
                  <c:v>3</c:v>
                </c:pt>
                <c:pt idx="588">
                  <c:v>3</c:v>
                </c:pt>
                <c:pt idx="589">
                  <c:v>3</c:v>
                </c:pt>
                <c:pt idx="590">
                  <c:v>3</c:v>
                </c:pt>
                <c:pt idx="591">
                  <c:v>3</c:v>
                </c:pt>
                <c:pt idx="592">
                  <c:v>3</c:v>
                </c:pt>
                <c:pt idx="593">
                  <c:v>3</c:v>
                </c:pt>
                <c:pt idx="594">
                  <c:v>3</c:v>
                </c:pt>
                <c:pt idx="595">
                  <c:v>3</c:v>
                </c:pt>
                <c:pt idx="596">
                  <c:v>3</c:v>
                </c:pt>
                <c:pt idx="597">
                  <c:v>3</c:v>
                </c:pt>
                <c:pt idx="598">
                  <c:v>3</c:v>
                </c:pt>
                <c:pt idx="599">
                  <c:v>3</c:v>
                </c:pt>
                <c:pt idx="600">
                  <c:v>3</c:v>
                </c:pt>
                <c:pt idx="601">
                  <c:v>3</c:v>
                </c:pt>
                <c:pt idx="602">
                  <c:v>3</c:v>
                </c:pt>
                <c:pt idx="603">
                  <c:v>3</c:v>
                </c:pt>
                <c:pt idx="604">
                  <c:v>3</c:v>
                </c:pt>
                <c:pt idx="605">
                  <c:v>3</c:v>
                </c:pt>
                <c:pt idx="606">
                  <c:v>3</c:v>
                </c:pt>
                <c:pt idx="607">
                  <c:v>3</c:v>
                </c:pt>
                <c:pt idx="608">
                  <c:v>4</c:v>
                </c:pt>
                <c:pt idx="609">
                  <c:v>4</c:v>
                </c:pt>
                <c:pt idx="610">
                  <c:v>4</c:v>
                </c:pt>
                <c:pt idx="611">
                  <c:v>4</c:v>
                </c:pt>
                <c:pt idx="612">
                  <c:v>4</c:v>
                </c:pt>
                <c:pt idx="613">
                  <c:v>4</c:v>
                </c:pt>
                <c:pt idx="614">
                  <c:v>4</c:v>
                </c:pt>
                <c:pt idx="615">
                  <c:v>4</c:v>
                </c:pt>
                <c:pt idx="616">
                  <c:v>4</c:v>
                </c:pt>
                <c:pt idx="617">
                  <c:v>4</c:v>
                </c:pt>
                <c:pt idx="618">
                  <c:v>4</c:v>
                </c:pt>
                <c:pt idx="619">
                  <c:v>4</c:v>
                </c:pt>
                <c:pt idx="620">
                  <c:v>4</c:v>
                </c:pt>
                <c:pt idx="621">
                  <c:v>4</c:v>
                </c:pt>
                <c:pt idx="622">
                  <c:v>4</c:v>
                </c:pt>
                <c:pt idx="623">
                  <c:v>4</c:v>
                </c:pt>
                <c:pt idx="624">
                  <c:v>4</c:v>
                </c:pt>
                <c:pt idx="625">
                  <c:v>4</c:v>
                </c:pt>
                <c:pt idx="626">
                  <c:v>4</c:v>
                </c:pt>
                <c:pt idx="627">
                  <c:v>4</c:v>
                </c:pt>
                <c:pt idx="628">
                  <c:v>4</c:v>
                </c:pt>
                <c:pt idx="629">
                  <c:v>4</c:v>
                </c:pt>
                <c:pt idx="630">
                  <c:v>4</c:v>
                </c:pt>
                <c:pt idx="631">
                  <c:v>4</c:v>
                </c:pt>
                <c:pt idx="632">
                  <c:v>4</c:v>
                </c:pt>
                <c:pt idx="633">
                  <c:v>4</c:v>
                </c:pt>
                <c:pt idx="634">
                  <c:v>4</c:v>
                </c:pt>
                <c:pt idx="635">
                  <c:v>4</c:v>
                </c:pt>
                <c:pt idx="636">
                  <c:v>4</c:v>
                </c:pt>
                <c:pt idx="637">
                  <c:v>4</c:v>
                </c:pt>
                <c:pt idx="638">
                  <c:v>4</c:v>
                </c:pt>
                <c:pt idx="639">
                  <c:v>4</c:v>
                </c:pt>
                <c:pt idx="640">
                  <c:v>4</c:v>
                </c:pt>
                <c:pt idx="641">
                  <c:v>4</c:v>
                </c:pt>
                <c:pt idx="642">
                  <c:v>4</c:v>
                </c:pt>
                <c:pt idx="643">
                  <c:v>4</c:v>
                </c:pt>
                <c:pt idx="644">
                  <c:v>4</c:v>
                </c:pt>
                <c:pt idx="645">
                  <c:v>4</c:v>
                </c:pt>
                <c:pt idx="646">
                  <c:v>4</c:v>
                </c:pt>
                <c:pt idx="647">
                  <c:v>4</c:v>
                </c:pt>
                <c:pt idx="648">
                  <c:v>4</c:v>
                </c:pt>
                <c:pt idx="649">
                  <c:v>4</c:v>
                </c:pt>
                <c:pt idx="650">
                  <c:v>4</c:v>
                </c:pt>
                <c:pt idx="651">
                  <c:v>4</c:v>
                </c:pt>
                <c:pt idx="652">
                  <c:v>4</c:v>
                </c:pt>
                <c:pt idx="653">
                  <c:v>4</c:v>
                </c:pt>
                <c:pt idx="654">
                  <c:v>4</c:v>
                </c:pt>
                <c:pt idx="655">
                  <c:v>4</c:v>
                </c:pt>
                <c:pt idx="656">
                  <c:v>4</c:v>
                </c:pt>
                <c:pt idx="657">
                  <c:v>4</c:v>
                </c:pt>
                <c:pt idx="658">
                  <c:v>4</c:v>
                </c:pt>
                <c:pt idx="659">
                  <c:v>4</c:v>
                </c:pt>
                <c:pt idx="660">
                  <c:v>4</c:v>
                </c:pt>
                <c:pt idx="661">
                  <c:v>4</c:v>
                </c:pt>
                <c:pt idx="662">
                  <c:v>4</c:v>
                </c:pt>
                <c:pt idx="663">
                  <c:v>4</c:v>
                </c:pt>
                <c:pt idx="664">
                  <c:v>4</c:v>
                </c:pt>
                <c:pt idx="665">
                  <c:v>4</c:v>
                </c:pt>
                <c:pt idx="666">
                  <c:v>4</c:v>
                </c:pt>
                <c:pt idx="667">
                  <c:v>4</c:v>
                </c:pt>
                <c:pt idx="668">
                  <c:v>4</c:v>
                </c:pt>
                <c:pt idx="669">
                  <c:v>4</c:v>
                </c:pt>
                <c:pt idx="670">
                  <c:v>4</c:v>
                </c:pt>
                <c:pt idx="671">
                  <c:v>4</c:v>
                </c:pt>
                <c:pt idx="672">
                  <c:v>4</c:v>
                </c:pt>
                <c:pt idx="673">
                  <c:v>4</c:v>
                </c:pt>
                <c:pt idx="674">
                  <c:v>4</c:v>
                </c:pt>
                <c:pt idx="675">
                  <c:v>4</c:v>
                </c:pt>
                <c:pt idx="676">
                  <c:v>4</c:v>
                </c:pt>
                <c:pt idx="677">
                  <c:v>4</c:v>
                </c:pt>
                <c:pt idx="678">
                  <c:v>4</c:v>
                </c:pt>
                <c:pt idx="679">
                  <c:v>4</c:v>
                </c:pt>
                <c:pt idx="680">
                  <c:v>4</c:v>
                </c:pt>
                <c:pt idx="681">
                  <c:v>4</c:v>
                </c:pt>
                <c:pt idx="682">
                  <c:v>4</c:v>
                </c:pt>
                <c:pt idx="683">
                  <c:v>4</c:v>
                </c:pt>
                <c:pt idx="684">
                  <c:v>4</c:v>
                </c:pt>
                <c:pt idx="685">
                  <c:v>4</c:v>
                </c:pt>
                <c:pt idx="686">
                  <c:v>4</c:v>
                </c:pt>
                <c:pt idx="687">
                  <c:v>4</c:v>
                </c:pt>
                <c:pt idx="688">
                  <c:v>4</c:v>
                </c:pt>
                <c:pt idx="689">
                  <c:v>4</c:v>
                </c:pt>
                <c:pt idx="690">
                  <c:v>4</c:v>
                </c:pt>
                <c:pt idx="691">
                  <c:v>4</c:v>
                </c:pt>
                <c:pt idx="692">
                  <c:v>4</c:v>
                </c:pt>
                <c:pt idx="693">
                  <c:v>4</c:v>
                </c:pt>
                <c:pt idx="694">
                  <c:v>4</c:v>
                </c:pt>
                <c:pt idx="695">
                  <c:v>4</c:v>
                </c:pt>
                <c:pt idx="696">
                  <c:v>4</c:v>
                </c:pt>
                <c:pt idx="697">
                  <c:v>4</c:v>
                </c:pt>
                <c:pt idx="698">
                  <c:v>4</c:v>
                </c:pt>
                <c:pt idx="699">
                  <c:v>4</c:v>
                </c:pt>
                <c:pt idx="700">
                  <c:v>4</c:v>
                </c:pt>
                <c:pt idx="701">
                  <c:v>4</c:v>
                </c:pt>
                <c:pt idx="702">
                  <c:v>4</c:v>
                </c:pt>
                <c:pt idx="703">
                  <c:v>4</c:v>
                </c:pt>
                <c:pt idx="704">
                  <c:v>4</c:v>
                </c:pt>
                <c:pt idx="705">
                  <c:v>4</c:v>
                </c:pt>
                <c:pt idx="706">
                  <c:v>4</c:v>
                </c:pt>
                <c:pt idx="707">
                  <c:v>4</c:v>
                </c:pt>
                <c:pt idx="708">
                  <c:v>4</c:v>
                </c:pt>
                <c:pt idx="709">
                  <c:v>4</c:v>
                </c:pt>
                <c:pt idx="710">
                  <c:v>4</c:v>
                </c:pt>
                <c:pt idx="711">
                  <c:v>4</c:v>
                </c:pt>
                <c:pt idx="712">
                  <c:v>4</c:v>
                </c:pt>
                <c:pt idx="713">
                  <c:v>4</c:v>
                </c:pt>
                <c:pt idx="714">
                  <c:v>4</c:v>
                </c:pt>
                <c:pt idx="715">
                  <c:v>4</c:v>
                </c:pt>
                <c:pt idx="716">
                  <c:v>4</c:v>
                </c:pt>
                <c:pt idx="717">
                  <c:v>4</c:v>
                </c:pt>
                <c:pt idx="718">
                  <c:v>4</c:v>
                </c:pt>
                <c:pt idx="719">
                  <c:v>4</c:v>
                </c:pt>
                <c:pt idx="720">
                  <c:v>4</c:v>
                </c:pt>
                <c:pt idx="721">
                  <c:v>4</c:v>
                </c:pt>
                <c:pt idx="722">
                  <c:v>4</c:v>
                </c:pt>
                <c:pt idx="723">
                  <c:v>4</c:v>
                </c:pt>
                <c:pt idx="724">
                  <c:v>4</c:v>
                </c:pt>
                <c:pt idx="725">
                  <c:v>4</c:v>
                </c:pt>
                <c:pt idx="726">
                  <c:v>4</c:v>
                </c:pt>
                <c:pt idx="727">
                  <c:v>4</c:v>
                </c:pt>
                <c:pt idx="728">
                  <c:v>4</c:v>
                </c:pt>
                <c:pt idx="729">
                  <c:v>5</c:v>
                </c:pt>
                <c:pt idx="730">
                  <c:v>5</c:v>
                </c:pt>
                <c:pt idx="731">
                  <c:v>5</c:v>
                </c:pt>
                <c:pt idx="732">
                  <c:v>5</c:v>
                </c:pt>
                <c:pt idx="733">
                  <c:v>5</c:v>
                </c:pt>
                <c:pt idx="734">
                  <c:v>5</c:v>
                </c:pt>
                <c:pt idx="735">
                  <c:v>5</c:v>
                </c:pt>
                <c:pt idx="736">
                  <c:v>5</c:v>
                </c:pt>
                <c:pt idx="737">
                  <c:v>5</c:v>
                </c:pt>
                <c:pt idx="738">
                  <c:v>5</c:v>
                </c:pt>
                <c:pt idx="739">
                  <c:v>5</c:v>
                </c:pt>
                <c:pt idx="740">
                  <c:v>5</c:v>
                </c:pt>
                <c:pt idx="741">
                  <c:v>5</c:v>
                </c:pt>
                <c:pt idx="742">
                  <c:v>5</c:v>
                </c:pt>
                <c:pt idx="743">
                  <c:v>5</c:v>
                </c:pt>
                <c:pt idx="744">
                  <c:v>5</c:v>
                </c:pt>
                <c:pt idx="745">
                  <c:v>5</c:v>
                </c:pt>
                <c:pt idx="746">
                  <c:v>5</c:v>
                </c:pt>
                <c:pt idx="747">
                  <c:v>5</c:v>
                </c:pt>
                <c:pt idx="748">
                  <c:v>5</c:v>
                </c:pt>
                <c:pt idx="749">
                  <c:v>5</c:v>
                </c:pt>
                <c:pt idx="750">
                  <c:v>5</c:v>
                </c:pt>
                <c:pt idx="751">
                  <c:v>5</c:v>
                </c:pt>
                <c:pt idx="752">
                  <c:v>5</c:v>
                </c:pt>
                <c:pt idx="753">
                  <c:v>5</c:v>
                </c:pt>
                <c:pt idx="754">
                  <c:v>5</c:v>
                </c:pt>
                <c:pt idx="755">
                  <c:v>5</c:v>
                </c:pt>
                <c:pt idx="756">
                  <c:v>5</c:v>
                </c:pt>
                <c:pt idx="757">
                  <c:v>5</c:v>
                </c:pt>
                <c:pt idx="758">
                  <c:v>5</c:v>
                </c:pt>
                <c:pt idx="759">
                  <c:v>5</c:v>
                </c:pt>
                <c:pt idx="760">
                  <c:v>5</c:v>
                </c:pt>
                <c:pt idx="761">
                  <c:v>5</c:v>
                </c:pt>
                <c:pt idx="762">
                  <c:v>5</c:v>
                </c:pt>
                <c:pt idx="763">
                  <c:v>5</c:v>
                </c:pt>
                <c:pt idx="764">
                  <c:v>5</c:v>
                </c:pt>
                <c:pt idx="765">
                  <c:v>5</c:v>
                </c:pt>
                <c:pt idx="766">
                  <c:v>5</c:v>
                </c:pt>
                <c:pt idx="767">
                  <c:v>5</c:v>
                </c:pt>
                <c:pt idx="768">
                  <c:v>5</c:v>
                </c:pt>
                <c:pt idx="769">
                  <c:v>5</c:v>
                </c:pt>
                <c:pt idx="770">
                  <c:v>5</c:v>
                </c:pt>
                <c:pt idx="771">
                  <c:v>5</c:v>
                </c:pt>
                <c:pt idx="772">
                  <c:v>5</c:v>
                </c:pt>
                <c:pt idx="773">
                  <c:v>5</c:v>
                </c:pt>
                <c:pt idx="774">
                  <c:v>5</c:v>
                </c:pt>
                <c:pt idx="775">
                  <c:v>5</c:v>
                </c:pt>
                <c:pt idx="776">
                  <c:v>5</c:v>
                </c:pt>
                <c:pt idx="777">
                  <c:v>5</c:v>
                </c:pt>
                <c:pt idx="778">
                  <c:v>5</c:v>
                </c:pt>
                <c:pt idx="779">
                  <c:v>5</c:v>
                </c:pt>
                <c:pt idx="780">
                  <c:v>5</c:v>
                </c:pt>
                <c:pt idx="781">
                  <c:v>5</c:v>
                </c:pt>
                <c:pt idx="782">
                  <c:v>5</c:v>
                </c:pt>
                <c:pt idx="783">
                  <c:v>5</c:v>
                </c:pt>
                <c:pt idx="784">
                  <c:v>5</c:v>
                </c:pt>
                <c:pt idx="785">
                  <c:v>5</c:v>
                </c:pt>
                <c:pt idx="786">
                  <c:v>5</c:v>
                </c:pt>
                <c:pt idx="787">
                  <c:v>5</c:v>
                </c:pt>
                <c:pt idx="788">
                  <c:v>5</c:v>
                </c:pt>
                <c:pt idx="789">
                  <c:v>5</c:v>
                </c:pt>
                <c:pt idx="790">
                  <c:v>5</c:v>
                </c:pt>
                <c:pt idx="791">
                  <c:v>5</c:v>
                </c:pt>
                <c:pt idx="792">
                  <c:v>5</c:v>
                </c:pt>
                <c:pt idx="793">
                  <c:v>6</c:v>
                </c:pt>
                <c:pt idx="794">
                  <c:v>6</c:v>
                </c:pt>
                <c:pt idx="795">
                  <c:v>6</c:v>
                </c:pt>
                <c:pt idx="796">
                  <c:v>6</c:v>
                </c:pt>
                <c:pt idx="797">
                  <c:v>6</c:v>
                </c:pt>
                <c:pt idx="798">
                  <c:v>6</c:v>
                </c:pt>
                <c:pt idx="799">
                  <c:v>6</c:v>
                </c:pt>
                <c:pt idx="800">
                  <c:v>6</c:v>
                </c:pt>
                <c:pt idx="801">
                  <c:v>6</c:v>
                </c:pt>
                <c:pt idx="802">
                  <c:v>6</c:v>
                </c:pt>
                <c:pt idx="803">
                  <c:v>6</c:v>
                </c:pt>
                <c:pt idx="804">
                  <c:v>6</c:v>
                </c:pt>
                <c:pt idx="805">
                  <c:v>6</c:v>
                </c:pt>
                <c:pt idx="806">
                  <c:v>6</c:v>
                </c:pt>
                <c:pt idx="807">
                  <c:v>6</c:v>
                </c:pt>
                <c:pt idx="808">
                  <c:v>6</c:v>
                </c:pt>
                <c:pt idx="809">
                  <c:v>6</c:v>
                </c:pt>
                <c:pt idx="810">
                  <c:v>6</c:v>
                </c:pt>
                <c:pt idx="811">
                  <c:v>6</c:v>
                </c:pt>
                <c:pt idx="812">
                  <c:v>6</c:v>
                </c:pt>
                <c:pt idx="813">
                  <c:v>6</c:v>
                </c:pt>
                <c:pt idx="814">
                  <c:v>6</c:v>
                </c:pt>
                <c:pt idx="815">
                  <c:v>6</c:v>
                </c:pt>
                <c:pt idx="816">
                  <c:v>6</c:v>
                </c:pt>
                <c:pt idx="817">
                  <c:v>6</c:v>
                </c:pt>
                <c:pt idx="818">
                  <c:v>6</c:v>
                </c:pt>
                <c:pt idx="819">
                  <c:v>6</c:v>
                </c:pt>
                <c:pt idx="820">
                  <c:v>6</c:v>
                </c:pt>
                <c:pt idx="821">
                  <c:v>6</c:v>
                </c:pt>
                <c:pt idx="822">
                  <c:v>6</c:v>
                </c:pt>
                <c:pt idx="823">
                  <c:v>6</c:v>
                </c:pt>
                <c:pt idx="824">
                  <c:v>6</c:v>
                </c:pt>
                <c:pt idx="825">
                  <c:v>6</c:v>
                </c:pt>
                <c:pt idx="826">
                  <c:v>6</c:v>
                </c:pt>
                <c:pt idx="827">
                  <c:v>6</c:v>
                </c:pt>
                <c:pt idx="828">
                  <c:v>6</c:v>
                </c:pt>
                <c:pt idx="829">
                  <c:v>6</c:v>
                </c:pt>
                <c:pt idx="830">
                  <c:v>6</c:v>
                </c:pt>
                <c:pt idx="831">
                  <c:v>6</c:v>
                </c:pt>
                <c:pt idx="832">
                  <c:v>6</c:v>
                </c:pt>
                <c:pt idx="833">
                  <c:v>6</c:v>
                </c:pt>
                <c:pt idx="834">
                  <c:v>6</c:v>
                </c:pt>
                <c:pt idx="835">
                  <c:v>6</c:v>
                </c:pt>
                <c:pt idx="836">
                  <c:v>6</c:v>
                </c:pt>
                <c:pt idx="837">
                  <c:v>6</c:v>
                </c:pt>
                <c:pt idx="838">
                  <c:v>6</c:v>
                </c:pt>
                <c:pt idx="839">
                  <c:v>6</c:v>
                </c:pt>
                <c:pt idx="840">
                  <c:v>6</c:v>
                </c:pt>
                <c:pt idx="841">
                  <c:v>6</c:v>
                </c:pt>
                <c:pt idx="842">
                  <c:v>6</c:v>
                </c:pt>
                <c:pt idx="843">
                  <c:v>6</c:v>
                </c:pt>
                <c:pt idx="844">
                  <c:v>6</c:v>
                </c:pt>
                <c:pt idx="845">
                  <c:v>6</c:v>
                </c:pt>
                <c:pt idx="846">
                  <c:v>6</c:v>
                </c:pt>
                <c:pt idx="847">
                  <c:v>6</c:v>
                </c:pt>
                <c:pt idx="848">
                  <c:v>6</c:v>
                </c:pt>
                <c:pt idx="849">
                  <c:v>6</c:v>
                </c:pt>
                <c:pt idx="850">
                  <c:v>6</c:v>
                </c:pt>
                <c:pt idx="851">
                  <c:v>6</c:v>
                </c:pt>
                <c:pt idx="852">
                  <c:v>6</c:v>
                </c:pt>
                <c:pt idx="853">
                  <c:v>7</c:v>
                </c:pt>
                <c:pt idx="854">
                  <c:v>7</c:v>
                </c:pt>
                <c:pt idx="855">
                  <c:v>7</c:v>
                </c:pt>
                <c:pt idx="856">
                  <c:v>7</c:v>
                </c:pt>
                <c:pt idx="857">
                  <c:v>7</c:v>
                </c:pt>
                <c:pt idx="858">
                  <c:v>7</c:v>
                </c:pt>
                <c:pt idx="859">
                  <c:v>7</c:v>
                </c:pt>
                <c:pt idx="860">
                  <c:v>7</c:v>
                </c:pt>
                <c:pt idx="861">
                  <c:v>7</c:v>
                </c:pt>
                <c:pt idx="862">
                  <c:v>7</c:v>
                </c:pt>
                <c:pt idx="863">
                  <c:v>7</c:v>
                </c:pt>
                <c:pt idx="864">
                  <c:v>7</c:v>
                </c:pt>
                <c:pt idx="865">
                  <c:v>7</c:v>
                </c:pt>
                <c:pt idx="866">
                  <c:v>7</c:v>
                </c:pt>
                <c:pt idx="867">
                  <c:v>7</c:v>
                </c:pt>
                <c:pt idx="868">
                  <c:v>7</c:v>
                </c:pt>
                <c:pt idx="869">
                  <c:v>7</c:v>
                </c:pt>
                <c:pt idx="870">
                  <c:v>7</c:v>
                </c:pt>
                <c:pt idx="871">
                  <c:v>7</c:v>
                </c:pt>
                <c:pt idx="872">
                  <c:v>7</c:v>
                </c:pt>
                <c:pt idx="873">
                  <c:v>7</c:v>
                </c:pt>
                <c:pt idx="874">
                  <c:v>7</c:v>
                </c:pt>
                <c:pt idx="875">
                  <c:v>7</c:v>
                </c:pt>
                <c:pt idx="876">
                  <c:v>7</c:v>
                </c:pt>
                <c:pt idx="877">
                  <c:v>7</c:v>
                </c:pt>
                <c:pt idx="878">
                  <c:v>7</c:v>
                </c:pt>
                <c:pt idx="879">
                  <c:v>7</c:v>
                </c:pt>
                <c:pt idx="880">
                  <c:v>7</c:v>
                </c:pt>
                <c:pt idx="881">
                  <c:v>7</c:v>
                </c:pt>
                <c:pt idx="882">
                  <c:v>7</c:v>
                </c:pt>
                <c:pt idx="883">
                  <c:v>7</c:v>
                </c:pt>
                <c:pt idx="884">
                  <c:v>7</c:v>
                </c:pt>
                <c:pt idx="885">
                  <c:v>7</c:v>
                </c:pt>
                <c:pt idx="886">
                  <c:v>7</c:v>
                </c:pt>
                <c:pt idx="887">
                  <c:v>7</c:v>
                </c:pt>
                <c:pt idx="888">
                  <c:v>7</c:v>
                </c:pt>
                <c:pt idx="889">
                  <c:v>7</c:v>
                </c:pt>
                <c:pt idx="890">
                  <c:v>7</c:v>
                </c:pt>
                <c:pt idx="891">
                  <c:v>7</c:v>
                </c:pt>
                <c:pt idx="892">
                  <c:v>7</c:v>
                </c:pt>
                <c:pt idx="893">
                  <c:v>7</c:v>
                </c:pt>
                <c:pt idx="894">
                  <c:v>7</c:v>
                </c:pt>
                <c:pt idx="895">
                  <c:v>7</c:v>
                </c:pt>
                <c:pt idx="896">
                  <c:v>7</c:v>
                </c:pt>
                <c:pt idx="897">
                  <c:v>7</c:v>
                </c:pt>
                <c:pt idx="898">
                  <c:v>7</c:v>
                </c:pt>
                <c:pt idx="899">
                  <c:v>7</c:v>
                </c:pt>
                <c:pt idx="900">
                  <c:v>7</c:v>
                </c:pt>
                <c:pt idx="901">
                  <c:v>7</c:v>
                </c:pt>
                <c:pt idx="902">
                  <c:v>7</c:v>
                </c:pt>
                <c:pt idx="903">
                  <c:v>7</c:v>
                </c:pt>
                <c:pt idx="904">
                  <c:v>7</c:v>
                </c:pt>
                <c:pt idx="905">
                  <c:v>7</c:v>
                </c:pt>
                <c:pt idx="906">
                  <c:v>7</c:v>
                </c:pt>
                <c:pt idx="907">
                  <c:v>7</c:v>
                </c:pt>
                <c:pt idx="908">
                  <c:v>7</c:v>
                </c:pt>
                <c:pt idx="909">
                  <c:v>7</c:v>
                </c:pt>
                <c:pt idx="910">
                  <c:v>7</c:v>
                </c:pt>
                <c:pt idx="911">
                  <c:v>8</c:v>
                </c:pt>
                <c:pt idx="912">
                  <c:v>8</c:v>
                </c:pt>
                <c:pt idx="913">
                  <c:v>8</c:v>
                </c:pt>
                <c:pt idx="914">
                  <c:v>8</c:v>
                </c:pt>
                <c:pt idx="915">
                  <c:v>8</c:v>
                </c:pt>
                <c:pt idx="916">
                  <c:v>8</c:v>
                </c:pt>
                <c:pt idx="917">
                  <c:v>8</c:v>
                </c:pt>
                <c:pt idx="918">
                  <c:v>8</c:v>
                </c:pt>
                <c:pt idx="919">
                  <c:v>8</c:v>
                </c:pt>
                <c:pt idx="920">
                  <c:v>8</c:v>
                </c:pt>
                <c:pt idx="921">
                  <c:v>8</c:v>
                </c:pt>
                <c:pt idx="922">
                  <c:v>8</c:v>
                </c:pt>
                <c:pt idx="923">
                  <c:v>8</c:v>
                </c:pt>
                <c:pt idx="924">
                  <c:v>8</c:v>
                </c:pt>
                <c:pt idx="925">
                  <c:v>8</c:v>
                </c:pt>
                <c:pt idx="926">
                  <c:v>8</c:v>
                </c:pt>
                <c:pt idx="927">
                  <c:v>8</c:v>
                </c:pt>
                <c:pt idx="928">
                  <c:v>8</c:v>
                </c:pt>
                <c:pt idx="929">
                  <c:v>8</c:v>
                </c:pt>
                <c:pt idx="930">
                  <c:v>8</c:v>
                </c:pt>
                <c:pt idx="931">
                  <c:v>8</c:v>
                </c:pt>
                <c:pt idx="932">
                  <c:v>8</c:v>
                </c:pt>
                <c:pt idx="933">
                  <c:v>8</c:v>
                </c:pt>
                <c:pt idx="934">
                  <c:v>8</c:v>
                </c:pt>
                <c:pt idx="935">
                  <c:v>8</c:v>
                </c:pt>
                <c:pt idx="936">
                  <c:v>8</c:v>
                </c:pt>
                <c:pt idx="937">
                  <c:v>8</c:v>
                </c:pt>
                <c:pt idx="938">
                  <c:v>8</c:v>
                </c:pt>
                <c:pt idx="939">
                  <c:v>8</c:v>
                </c:pt>
                <c:pt idx="940">
                  <c:v>8</c:v>
                </c:pt>
                <c:pt idx="941">
                  <c:v>8</c:v>
                </c:pt>
                <c:pt idx="942">
                  <c:v>8</c:v>
                </c:pt>
                <c:pt idx="943">
                  <c:v>8</c:v>
                </c:pt>
                <c:pt idx="944">
                  <c:v>8</c:v>
                </c:pt>
                <c:pt idx="945">
                  <c:v>8</c:v>
                </c:pt>
                <c:pt idx="946">
                  <c:v>8</c:v>
                </c:pt>
                <c:pt idx="947">
                  <c:v>8</c:v>
                </c:pt>
                <c:pt idx="948">
                  <c:v>8</c:v>
                </c:pt>
                <c:pt idx="949">
                  <c:v>8</c:v>
                </c:pt>
                <c:pt idx="950">
                  <c:v>8</c:v>
                </c:pt>
                <c:pt idx="951">
                  <c:v>8</c:v>
                </c:pt>
                <c:pt idx="952">
                  <c:v>8</c:v>
                </c:pt>
                <c:pt idx="953">
                  <c:v>8</c:v>
                </c:pt>
                <c:pt idx="954">
                  <c:v>8</c:v>
                </c:pt>
                <c:pt idx="955">
                  <c:v>8</c:v>
                </c:pt>
                <c:pt idx="956">
                  <c:v>8</c:v>
                </c:pt>
                <c:pt idx="957">
                  <c:v>8</c:v>
                </c:pt>
                <c:pt idx="958">
                  <c:v>8</c:v>
                </c:pt>
                <c:pt idx="959">
                  <c:v>8</c:v>
                </c:pt>
                <c:pt idx="960">
                  <c:v>8</c:v>
                </c:pt>
                <c:pt idx="961">
                  <c:v>8</c:v>
                </c:pt>
                <c:pt idx="962">
                  <c:v>8</c:v>
                </c:pt>
                <c:pt idx="963">
                  <c:v>8</c:v>
                </c:pt>
                <c:pt idx="964">
                  <c:v>8</c:v>
                </c:pt>
                <c:pt idx="965">
                  <c:v>8</c:v>
                </c:pt>
                <c:pt idx="966">
                  <c:v>8</c:v>
                </c:pt>
                <c:pt idx="967">
                  <c:v>8</c:v>
                </c:pt>
                <c:pt idx="968">
                  <c:v>8</c:v>
                </c:pt>
                <c:pt idx="969">
                  <c:v>8</c:v>
                </c:pt>
                <c:pt idx="970">
                  <c:v>8</c:v>
                </c:pt>
                <c:pt idx="971">
                  <c:v>8</c:v>
                </c:pt>
                <c:pt idx="972">
                  <c:v>8</c:v>
                </c:pt>
                <c:pt idx="973">
                  <c:v>8</c:v>
                </c:pt>
                <c:pt idx="974">
                  <c:v>8</c:v>
                </c:pt>
                <c:pt idx="975">
                  <c:v>8</c:v>
                </c:pt>
                <c:pt idx="976">
                  <c:v>8</c:v>
                </c:pt>
                <c:pt idx="977">
                  <c:v>8</c:v>
                </c:pt>
                <c:pt idx="978">
                  <c:v>8</c:v>
                </c:pt>
                <c:pt idx="979">
                  <c:v>8</c:v>
                </c:pt>
                <c:pt idx="980">
                  <c:v>8</c:v>
                </c:pt>
                <c:pt idx="981">
                  <c:v>8</c:v>
                </c:pt>
                <c:pt idx="982">
                  <c:v>9</c:v>
                </c:pt>
                <c:pt idx="983">
                  <c:v>9</c:v>
                </c:pt>
                <c:pt idx="984">
                  <c:v>9</c:v>
                </c:pt>
                <c:pt idx="985">
                  <c:v>9</c:v>
                </c:pt>
                <c:pt idx="986">
                  <c:v>9</c:v>
                </c:pt>
                <c:pt idx="987">
                  <c:v>9</c:v>
                </c:pt>
                <c:pt idx="988">
                  <c:v>9</c:v>
                </c:pt>
                <c:pt idx="989">
                  <c:v>9</c:v>
                </c:pt>
                <c:pt idx="990">
                  <c:v>9</c:v>
                </c:pt>
                <c:pt idx="991">
                  <c:v>9</c:v>
                </c:pt>
                <c:pt idx="992">
                  <c:v>9</c:v>
                </c:pt>
                <c:pt idx="993">
                  <c:v>9</c:v>
                </c:pt>
                <c:pt idx="994">
                  <c:v>9</c:v>
                </c:pt>
                <c:pt idx="995">
                  <c:v>9</c:v>
                </c:pt>
                <c:pt idx="996">
                  <c:v>9</c:v>
                </c:pt>
                <c:pt idx="997">
                  <c:v>9</c:v>
                </c:pt>
                <c:pt idx="998">
                  <c:v>9</c:v>
                </c:pt>
                <c:pt idx="999">
                  <c:v>9</c:v>
                </c:pt>
                <c:pt idx="1000">
                  <c:v>9</c:v>
                </c:pt>
                <c:pt idx="1001">
                  <c:v>9</c:v>
                </c:pt>
                <c:pt idx="1002">
                  <c:v>9</c:v>
                </c:pt>
                <c:pt idx="1003">
                  <c:v>9</c:v>
                </c:pt>
                <c:pt idx="1004">
                  <c:v>9</c:v>
                </c:pt>
                <c:pt idx="1005">
                  <c:v>9</c:v>
                </c:pt>
                <c:pt idx="1006">
                  <c:v>9</c:v>
                </c:pt>
                <c:pt idx="1007">
                  <c:v>9</c:v>
                </c:pt>
                <c:pt idx="1008">
                  <c:v>9</c:v>
                </c:pt>
                <c:pt idx="1009">
                  <c:v>9</c:v>
                </c:pt>
                <c:pt idx="1010">
                  <c:v>9</c:v>
                </c:pt>
                <c:pt idx="1011">
                  <c:v>9</c:v>
                </c:pt>
                <c:pt idx="1012">
                  <c:v>9</c:v>
                </c:pt>
                <c:pt idx="1013">
                  <c:v>9</c:v>
                </c:pt>
                <c:pt idx="1014">
                  <c:v>9</c:v>
                </c:pt>
                <c:pt idx="1015">
                  <c:v>9</c:v>
                </c:pt>
                <c:pt idx="1016">
                  <c:v>9</c:v>
                </c:pt>
                <c:pt idx="1017">
                  <c:v>9</c:v>
                </c:pt>
                <c:pt idx="1018">
                  <c:v>9</c:v>
                </c:pt>
                <c:pt idx="1019">
                  <c:v>9</c:v>
                </c:pt>
                <c:pt idx="1020">
                  <c:v>9</c:v>
                </c:pt>
                <c:pt idx="1021">
                  <c:v>9</c:v>
                </c:pt>
                <c:pt idx="1022">
                  <c:v>9</c:v>
                </c:pt>
                <c:pt idx="1023">
                  <c:v>9</c:v>
                </c:pt>
                <c:pt idx="1024">
                  <c:v>9</c:v>
                </c:pt>
                <c:pt idx="1025">
                  <c:v>9</c:v>
                </c:pt>
                <c:pt idx="1026">
                  <c:v>9</c:v>
                </c:pt>
                <c:pt idx="1027">
                  <c:v>9</c:v>
                </c:pt>
                <c:pt idx="1028">
                  <c:v>9</c:v>
                </c:pt>
                <c:pt idx="1029">
                  <c:v>9</c:v>
                </c:pt>
                <c:pt idx="1030">
                  <c:v>9</c:v>
                </c:pt>
                <c:pt idx="1031">
                  <c:v>9</c:v>
                </c:pt>
                <c:pt idx="1032">
                  <c:v>9</c:v>
                </c:pt>
                <c:pt idx="1033">
                  <c:v>9</c:v>
                </c:pt>
                <c:pt idx="1034">
                  <c:v>9</c:v>
                </c:pt>
                <c:pt idx="1035">
                  <c:v>9</c:v>
                </c:pt>
                <c:pt idx="1036">
                  <c:v>9</c:v>
                </c:pt>
                <c:pt idx="1037">
                  <c:v>9</c:v>
                </c:pt>
                <c:pt idx="1038">
                  <c:v>9</c:v>
                </c:pt>
                <c:pt idx="1039">
                  <c:v>9</c:v>
                </c:pt>
                <c:pt idx="1040">
                  <c:v>9</c:v>
                </c:pt>
                <c:pt idx="1041">
                  <c:v>9</c:v>
                </c:pt>
                <c:pt idx="1042">
                  <c:v>9</c:v>
                </c:pt>
                <c:pt idx="1043">
                  <c:v>9</c:v>
                </c:pt>
                <c:pt idx="1044">
                  <c:v>9</c:v>
                </c:pt>
                <c:pt idx="1045">
                  <c:v>10</c:v>
                </c:pt>
                <c:pt idx="1046">
                  <c:v>10</c:v>
                </c:pt>
                <c:pt idx="1047">
                  <c:v>10</c:v>
                </c:pt>
                <c:pt idx="1048">
                  <c:v>10</c:v>
                </c:pt>
                <c:pt idx="1049">
                  <c:v>10</c:v>
                </c:pt>
                <c:pt idx="1050">
                  <c:v>10</c:v>
                </c:pt>
                <c:pt idx="1051">
                  <c:v>10</c:v>
                </c:pt>
                <c:pt idx="1052">
                  <c:v>10</c:v>
                </c:pt>
                <c:pt idx="1053">
                  <c:v>10</c:v>
                </c:pt>
                <c:pt idx="1054">
                  <c:v>10</c:v>
                </c:pt>
                <c:pt idx="1055">
                  <c:v>10</c:v>
                </c:pt>
                <c:pt idx="1056">
                  <c:v>10</c:v>
                </c:pt>
                <c:pt idx="1057">
                  <c:v>10</c:v>
                </c:pt>
                <c:pt idx="1058">
                  <c:v>10</c:v>
                </c:pt>
                <c:pt idx="1059">
                  <c:v>10</c:v>
                </c:pt>
                <c:pt idx="1060">
                  <c:v>10</c:v>
                </c:pt>
                <c:pt idx="1061">
                  <c:v>10</c:v>
                </c:pt>
                <c:pt idx="1062">
                  <c:v>10</c:v>
                </c:pt>
                <c:pt idx="1063">
                  <c:v>10</c:v>
                </c:pt>
                <c:pt idx="1064">
                  <c:v>10</c:v>
                </c:pt>
                <c:pt idx="1065">
                  <c:v>10</c:v>
                </c:pt>
                <c:pt idx="1066">
                  <c:v>10</c:v>
                </c:pt>
                <c:pt idx="1067">
                  <c:v>10</c:v>
                </c:pt>
                <c:pt idx="1068">
                  <c:v>10</c:v>
                </c:pt>
                <c:pt idx="1069">
                  <c:v>10</c:v>
                </c:pt>
                <c:pt idx="1070">
                  <c:v>10</c:v>
                </c:pt>
                <c:pt idx="1071">
                  <c:v>10</c:v>
                </c:pt>
                <c:pt idx="1072">
                  <c:v>10</c:v>
                </c:pt>
                <c:pt idx="1073">
                  <c:v>10</c:v>
                </c:pt>
                <c:pt idx="1074">
                  <c:v>10</c:v>
                </c:pt>
                <c:pt idx="1075">
                  <c:v>10</c:v>
                </c:pt>
                <c:pt idx="1076">
                  <c:v>10</c:v>
                </c:pt>
                <c:pt idx="1077">
                  <c:v>10</c:v>
                </c:pt>
                <c:pt idx="1078">
                  <c:v>10</c:v>
                </c:pt>
                <c:pt idx="1079">
                  <c:v>10</c:v>
                </c:pt>
                <c:pt idx="1080">
                  <c:v>10</c:v>
                </c:pt>
                <c:pt idx="1081">
                  <c:v>10</c:v>
                </c:pt>
                <c:pt idx="1082">
                  <c:v>10</c:v>
                </c:pt>
                <c:pt idx="1083">
                  <c:v>10</c:v>
                </c:pt>
                <c:pt idx="1084">
                  <c:v>10</c:v>
                </c:pt>
                <c:pt idx="1085">
                  <c:v>10</c:v>
                </c:pt>
                <c:pt idx="1086">
                  <c:v>10</c:v>
                </c:pt>
                <c:pt idx="1087">
                  <c:v>10</c:v>
                </c:pt>
                <c:pt idx="1088">
                  <c:v>10</c:v>
                </c:pt>
                <c:pt idx="1089">
                  <c:v>10</c:v>
                </c:pt>
                <c:pt idx="1090">
                  <c:v>10</c:v>
                </c:pt>
                <c:pt idx="1091">
                  <c:v>10</c:v>
                </c:pt>
                <c:pt idx="1092">
                  <c:v>10</c:v>
                </c:pt>
                <c:pt idx="1093">
                  <c:v>10</c:v>
                </c:pt>
                <c:pt idx="1094">
                  <c:v>10</c:v>
                </c:pt>
                <c:pt idx="1095">
                  <c:v>10</c:v>
                </c:pt>
                <c:pt idx="1096">
                  <c:v>10</c:v>
                </c:pt>
                <c:pt idx="1097">
                  <c:v>10</c:v>
                </c:pt>
                <c:pt idx="1098">
                  <c:v>10</c:v>
                </c:pt>
                <c:pt idx="1099">
                  <c:v>11</c:v>
                </c:pt>
                <c:pt idx="1100">
                  <c:v>12</c:v>
                </c:pt>
                <c:pt idx="1101">
                  <c:v>12</c:v>
                </c:pt>
                <c:pt idx="1102">
                  <c:v>12</c:v>
                </c:pt>
                <c:pt idx="1103">
                  <c:v>12</c:v>
                </c:pt>
                <c:pt idx="1104">
                  <c:v>13</c:v>
                </c:pt>
                <c:pt idx="1105">
                  <c:v>13</c:v>
                </c:pt>
                <c:pt idx="1106">
                  <c:v>13</c:v>
                </c:pt>
                <c:pt idx="1107">
                  <c:v>13</c:v>
                </c:pt>
                <c:pt idx="1108">
                  <c:v>13</c:v>
                </c:pt>
                <c:pt idx="1109">
                  <c:v>13</c:v>
                </c:pt>
                <c:pt idx="1110">
                  <c:v>13</c:v>
                </c:pt>
                <c:pt idx="1111">
                  <c:v>14</c:v>
                </c:pt>
                <c:pt idx="1112">
                  <c:v>15</c:v>
                </c:pt>
                <c:pt idx="1113">
                  <c:v>15</c:v>
                </c:pt>
                <c:pt idx="1114">
                  <c:v>15</c:v>
                </c:pt>
                <c:pt idx="1115">
                  <c:v>16</c:v>
                </c:pt>
                <c:pt idx="1116">
                  <c:v>16</c:v>
                </c:pt>
                <c:pt idx="1117">
                  <c:v>16</c:v>
                </c:pt>
              </c:numCache>
            </c:numRef>
          </c:xVal>
          <c:yVal>
            <c:numRef>
              <c:f>probability!$D$2:$D$1119</c:f>
              <c:numCache>
                <c:formatCode>0.00%</c:formatCode>
                <c:ptCount val="1118"/>
                <c:pt idx="0">
                  <c:v>1</c:v>
                </c:pt>
                <c:pt idx="1">
                  <c:v>0.99910554561717357</c:v>
                </c:pt>
                <c:pt idx="2">
                  <c:v>0.99821109123434704</c:v>
                </c:pt>
                <c:pt idx="3">
                  <c:v>0.99731663685152061</c:v>
                </c:pt>
                <c:pt idx="4">
                  <c:v>0.99642218246869407</c:v>
                </c:pt>
                <c:pt idx="5">
                  <c:v>0.99552772808586765</c:v>
                </c:pt>
                <c:pt idx="6">
                  <c:v>0.99463327370304111</c:v>
                </c:pt>
                <c:pt idx="7">
                  <c:v>0.99373881932021468</c:v>
                </c:pt>
                <c:pt idx="8">
                  <c:v>0.99284436493738815</c:v>
                </c:pt>
                <c:pt idx="9">
                  <c:v>0.99194991055456172</c:v>
                </c:pt>
                <c:pt idx="10">
                  <c:v>0.99105545617173529</c:v>
                </c:pt>
                <c:pt idx="11">
                  <c:v>0.99016100178890876</c:v>
                </c:pt>
                <c:pt idx="12">
                  <c:v>0.98926654740608233</c:v>
                </c:pt>
                <c:pt idx="13">
                  <c:v>0.98837209302325579</c:v>
                </c:pt>
                <c:pt idx="14">
                  <c:v>0.98747763864042937</c:v>
                </c:pt>
                <c:pt idx="15">
                  <c:v>0.98658318425760283</c:v>
                </c:pt>
                <c:pt idx="16">
                  <c:v>0.9856887298747764</c:v>
                </c:pt>
                <c:pt idx="17">
                  <c:v>0.98479427549194987</c:v>
                </c:pt>
                <c:pt idx="18">
                  <c:v>0.98389982110912344</c:v>
                </c:pt>
                <c:pt idx="19">
                  <c:v>0.98300536672629701</c:v>
                </c:pt>
                <c:pt idx="20">
                  <c:v>0.98211091234347048</c:v>
                </c:pt>
                <c:pt idx="21">
                  <c:v>0.98121645796064405</c:v>
                </c:pt>
                <c:pt idx="22">
                  <c:v>0.98032200357781751</c:v>
                </c:pt>
                <c:pt idx="23">
                  <c:v>0.97942754919499109</c:v>
                </c:pt>
                <c:pt idx="24">
                  <c:v>0.97853309481216455</c:v>
                </c:pt>
                <c:pt idx="25">
                  <c:v>0.97763864042933812</c:v>
                </c:pt>
                <c:pt idx="26">
                  <c:v>0.97674418604651159</c:v>
                </c:pt>
                <c:pt idx="27">
                  <c:v>0.97584973166368516</c:v>
                </c:pt>
                <c:pt idx="28">
                  <c:v>0.97495527728085862</c:v>
                </c:pt>
                <c:pt idx="29">
                  <c:v>0.9740608228980322</c:v>
                </c:pt>
                <c:pt idx="30">
                  <c:v>0.97316636851520577</c:v>
                </c:pt>
                <c:pt idx="31">
                  <c:v>0.97227191413237923</c:v>
                </c:pt>
                <c:pt idx="32">
                  <c:v>0.97137745974955281</c:v>
                </c:pt>
                <c:pt idx="33">
                  <c:v>0.97048300536672627</c:v>
                </c:pt>
                <c:pt idx="34">
                  <c:v>0.96958855098389984</c:v>
                </c:pt>
                <c:pt idx="35">
                  <c:v>0.96869409660107331</c:v>
                </c:pt>
                <c:pt idx="36">
                  <c:v>0.96779964221824688</c:v>
                </c:pt>
                <c:pt idx="37">
                  <c:v>0.96690518783542034</c:v>
                </c:pt>
                <c:pt idx="38">
                  <c:v>0.96601073345259392</c:v>
                </c:pt>
                <c:pt idx="39">
                  <c:v>0.96511627906976749</c:v>
                </c:pt>
                <c:pt idx="40">
                  <c:v>0.96422182468694095</c:v>
                </c:pt>
                <c:pt idx="41">
                  <c:v>0.96332737030411453</c:v>
                </c:pt>
                <c:pt idx="42">
                  <c:v>0.96243291592128799</c:v>
                </c:pt>
                <c:pt idx="43">
                  <c:v>0.96153846153846156</c:v>
                </c:pt>
                <c:pt idx="44">
                  <c:v>0.96064400715563503</c:v>
                </c:pt>
                <c:pt idx="45">
                  <c:v>0.9597495527728086</c:v>
                </c:pt>
                <c:pt idx="46">
                  <c:v>0.95885509838998206</c:v>
                </c:pt>
                <c:pt idx="47">
                  <c:v>0.95796064400715564</c:v>
                </c:pt>
                <c:pt idx="48">
                  <c:v>0.95706618962432921</c:v>
                </c:pt>
                <c:pt idx="49">
                  <c:v>0.95617173524150267</c:v>
                </c:pt>
                <c:pt idx="50">
                  <c:v>0.95527728085867625</c:v>
                </c:pt>
                <c:pt idx="51">
                  <c:v>0.95438282647584971</c:v>
                </c:pt>
                <c:pt idx="52">
                  <c:v>0.95348837209302328</c:v>
                </c:pt>
                <c:pt idx="53">
                  <c:v>0.95259391771019675</c:v>
                </c:pt>
                <c:pt idx="54">
                  <c:v>0.95169946332737032</c:v>
                </c:pt>
                <c:pt idx="55">
                  <c:v>0.95080500894454378</c:v>
                </c:pt>
                <c:pt idx="56">
                  <c:v>0.94991055456171736</c:v>
                </c:pt>
                <c:pt idx="57">
                  <c:v>0.94901610017889082</c:v>
                </c:pt>
                <c:pt idx="58">
                  <c:v>0.94812164579606439</c:v>
                </c:pt>
                <c:pt idx="59">
                  <c:v>0.94722719141323797</c:v>
                </c:pt>
                <c:pt idx="60">
                  <c:v>0.94633273703041143</c:v>
                </c:pt>
                <c:pt idx="61">
                  <c:v>0.945438282647585</c:v>
                </c:pt>
                <c:pt idx="62">
                  <c:v>0.94454382826475847</c:v>
                </c:pt>
                <c:pt idx="63">
                  <c:v>0.94364937388193204</c:v>
                </c:pt>
                <c:pt idx="64">
                  <c:v>0.9427549194991055</c:v>
                </c:pt>
                <c:pt idx="65">
                  <c:v>0.94186046511627908</c:v>
                </c:pt>
                <c:pt idx="66">
                  <c:v>0.94096601073345254</c:v>
                </c:pt>
                <c:pt idx="67">
                  <c:v>0.94007155635062611</c:v>
                </c:pt>
                <c:pt idx="68">
                  <c:v>0.93917710196779969</c:v>
                </c:pt>
                <c:pt idx="69">
                  <c:v>0.93828264758497315</c:v>
                </c:pt>
                <c:pt idx="70">
                  <c:v>0.93738819320214672</c:v>
                </c:pt>
                <c:pt idx="71">
                  <c:v>0.93649373881932019</c:v>
                </c:pt>
                <c:pt idx="72">
                  <c:v>0.93559928443649376</c:v>
                </c:pt>
                <c:pt idx="73">
                  <c:v>0.93470483005366722</c:v>
                </c:pt>
                <c:pt idx="74">
                  <c:v>0.9338103756708408</c:v>
                </c:pt>
                <c:pt idx="75">
                  <c:v>0.93291592128801426</c:v>
                </c:pt>
                <c:pt idx="76">
                  <c:v>0.93202146690518783</c:v>
                </c:pt>
                <c:pt idx="77">
                  <c:v>0.93112701252236141</c:v>
                </c:pt>
                <c:pt idx="78">
                  <c:v>0.93023255813953487</c:v>
                </c:pt>
                <c:pt idx="79">
                  <c:v>0.92933810375670844</c:v>
                </c:pt>
                <c:pt idx="80">
                  <c:v>0.92844364937388191</c:v>
                </c:pt>
                <c:pt idx="81">
                  <c:v>0.92754919499105548</c:v>
                </c:pt>
                <c:pt idx="82">
                  <c:v>0.92665474060822894</c:v>
                </c:pt>
                <c:pt idx="83">
                  <c:v>0.92576028622540252</c:v>
                </c:pt>
                <c:pt idx="84">
                  <c:v>0.92486583184257598</c:v>
                </c:pt>
                <c:pt idx="85">
                  <c:v>0.92397137745974955</c:v>
                </c:pt>
                <c:pt idx="86">
                  <c:v>0.92307692307692313</c:v>
                </c:pt>
                <c:pt idx="87">
                  <c:v>0.92218246869409659</c:v>
                </c:pt>
                <c:pt idx="88">
                  <c:v>0.92128801431127016</c:v>
                </c:pt>
                <c:pt idx="89">
                  <c:v>0.92039355992844363</c:v>
                </c:pt>
                <c:pt idx="90">
                  <c:v>0.9194991055456172</c:v>
                </c:pt>
                <c:pt idx="91">
                  <c:v>0.91860465116279066</c:v>
                </c:pt>
                <c:pt idx="92">
                  <c:v>0.91771019677996424</c:v>
                </c:pt>
                <c:pt idx="93">
                  <c:v>0.9168157423971377</c:v>
                </c:pt>
                <c:pt idx="94">
                  <c:v>0.91592128801431127</c:v>
                </c:pt>
                <c:pt idx="95">
                  <c:v>0.91502683363148485</c:v>
                </c:pt>
                <c:pt idx="96">
                  <c:v>0.91413237924865831</c:v>
                </c:pt>
                <c:pt idx="97">
                  <c:v>0.91323792486583188</c:v>
                </c:pt>
                <c:pt idx="98">
                  <c:v>0.91234347048300535</c:v>
                </c:pt>
                <c:pt idx="99">
                  <c:v>0.91144901610017892</c:v>
                </c:pt>
                <c:pt idx="100">
                  <c:v>0.91055456171735238</c:v>
                </c:pt>
                <c:pt idx="101">
                  <c:v>0.90966010733452596</c:v>
                </c:pt>
                <c:pt idx="102">
                  <c:v>0.90876565295169942</c:v>
                </c:pt>
                <c:pt idx="103">
                  <c:v>0.90787119856887299</c:v>
                </c:pt>
                <c:pt idx="104">
                  <c:v>0.90697674418604657</c:v>
                </c:pt>
                <c:pt idx="105">
                  <c:v>0.90608228980322003</c:v>
                </c:pt>
                <c:pt idx="106">
                  <c:v>0.90518783542039361</c:v>
                </c:pt>
                <c:pt idx="107">
                  <c:v>0.90429338103756707</c:v>
                </c:pt>
                <c:pt idx="108">
                  <c:v>0.90339892665474064</c:v>
                </c:pt>
                <c:pt idx="109">
                  <c:v>0.9025044722719141</c:v>
                </c:pt>
                <c:pt idx="110">
                  <c:v>0.90161001788908768</c:v>
                </c:pt>
                <c:pt idx="111">
                  <c:v>0.90071556350626114</c:v>
                </c:pt>
                <c:pt idx="112">
                  <c:v>0.89982110912343471</c:v>
                </c:pt>
                <c:pt idx="113">
                  <c:v>0.89892665474060829</c:v>
                </c:pt>
                <c:pt idx="114">
                  <c:v>0.89803220035778175</c:v>
                </c:pt>
                <c:pt idx="115">
                  <c:v>0.89713774597495533</c:v>
                </c:pt>
                <c:pt idx="116">
                  <c:v>0.89624329159212879</c:v>
                </c:pt>
                <c:pt idx="117">
                  <c:v>0.89534883720930236</c:v>
                </c:pt>
                <c:pt idx="118">
                  <c:v>0.89445438282647582</c:v>
                </c:pt>
                <c:pt idx="119">
                  <c:v>0.8935599284436494</c:v>
                </c:pt>
                <c:pt idx="120">
                  <c:v>0.89266547406082286</c:v>
                </c:pt>
                <c:pt idx="121">
                  <c:v>0.89177101967799643</c:v>
                </c:pt>
                <c:pt idx="122">
                  <c:v>0.89087656529517001</c:v>
                </c:pt>
                <c:pt idx="123">
                  <c:v>0.88998211091234347</c:v>
                </c:pt>
                <c:pt idx="124">
                  <c:v>0.88908765652951693</c:v>
                </c:pt>
                <c:pt idx="125">
                  <c:v>0.88819320214669051</c:v>
                </c:pt>
                <c:pt idx="126">
                  <c:v>0.88729874776386408</c:v>
                </c:pt>
                <c:pt idx="127">
                  <c:v>0.88640429338103754</c:v>
                </c:pt>
                <c:pt idx="128">
                  <c:v>0.88550983899821112</c:v>
                </c:pt>
                <c:pt idx="129">
                  <c:v>0.88461538461538458</c:v>
                </c:pt>
                <c:pt idx="130">
                  <c:v>0.88372093023255816</c:v>
                </c:pt>
                <c:pt idx="131">
                  <c:v>0.88282647584973162</c:v>
                </c:pt>
                <c:pt idx="132">
                  <c:v>0.88193202146690519</c:v>
                </c:pt>
                <c:pt idx="133">
                  <c:v>0.88103756708407865</c:v>
                </c:pt>
                <c:pt idx="134">
                  <c:v>0.88014311270125223</c:v>
                </c:pt>
                <c:pt idx="135">
                  <c:v>0.8792486583184258</c:v>
                </c:pt>
                <c:pt idx="136">
                  <c:v>0.87835420393559926</c:v>
                </c:pt>
                <c:pt idx="137">
                  <c:v>0.87745974955277284</c:v>
                </c:pt>
                <c:pt idx="138">
                  <c:v>0.8765652951699463</c:v>
                </c:pt>
                <c:pt idx="139">
                  <c:v>0.87567084078711988</c:v>
                </c:pt>
                <c:pt idx="140">
                  <c:v>0.87477638640429345</c:v>
                </c:pt>
                <c:pt idx="141">
                  <c:v>0.87388193202146691</c:v>
                </c:pt>
                <c:pt idx="142">
                  <c:v>0.87298747763864037</c:v>
                </c:pt>
                <c:pt idx="143">
                  <c:v>0.87209302325581395</c:v>
                </c:pt>
                <c:pt idx="144">
                  <c:v>0.87119856887298752</c:v>
                </c:pt>
                <c:pt idx="145">
                  <c:v>0.87030411449016098</c:v>
                </c:pt>
                <c:pt idx="146">
                  <c:v>0.86940966010733456</c:v>
                </c:pt>
                <c:pt idx="147">
                  <c:v>0.86851520572450802</c:v>
                </c:pt>
                <c:pt idx="148">
                  <c:v>0.8676207513416816</c:v>
                </c:pt>
                <c:pt idx="149">
                  <c:v>0.86672629695885506</c:v>
                </c:pt>
                <c:pt idx="150">
                  <c:v>0.86583184257602863</c:v>
                </c:pt>
                <c:pt idx="151">
                  <c:v>0.86493738819320209</c:v>
                </c:pt>
                <c:pt idx="152">
                  <c:v>0.86404293381037567</c:v>
                </c:pt>
                <c:pt idx="153">
                  <c:v>0.86314847942754924</c:v>
                </c:pt>
                <c:pt idx="154">
                  <c:v>0.86225402504472271</c:v>
                </c:pt>
                <c:pt idx="155">
                  <c:v>0.86135957066189628</c:v>
                </c:pt>
                <c:pt idx="156">
                  <c:v>0.86046511627906974</c:v>
                </c:pt>
                <c:pt idx="157">
                  <c:v>0.85957066189624332</c:v>
                </c:pt>
                <c:pt idx="158">
                  <c:v>0.85867620751341678</c:v>
                </c:pt>
                <c:pt idx="159">
                  <c:v>0.85778175313059035</c:v>
                </c:pt>
                <c:pt idx="160">
                  <c:v>0.85688729874776381</c:v>
                </c:pt>
                <c:pt idx="161">
                  <c:v>0.85599284436493739</c:v>
                </c:pt>
                <c:pt idx="162">
                  <c:v>0.85509838998211096</c:v>
                </c:pt>
                <c:pt idx="163">
                  <c:v>0.85420393559928443</c:v>
                </c:pt>
                <c:pt idx="164">
                  <c:v>0.853309481216458</c:v>
                </c:pt>
                <c:pt idx="165">
                  <c:v>0.85241502683363146</c:v>
                </c:pt>
                <c:pt idx="166">
                  <c:v>0.85152057245080504</c:v>
                </c:pt>
                <c:pt idx="167">
                  <c:v>0.8506261180679785</c:v>
                </c:pt>
                <c:pt idx="168">
                  <c:v>0.84973166368515207</c:v>
                </c:pt>
                <c:pt idx="169">
                  <c:v>0.84883720930232553</c:v>
                </c:pt>
                <c:pt idx="170">
                  <c:v>0.84794275491949911</c:v>
                </c:pt>
                <c:pt idx="171">
                  <c:v>0.84704830053667268</c:v>
                </c:pt>
                <c:pt idx="172">
                  <c:v>0.84615384615384615</c:v>
                </c:pt>
                <c:pt idx="173">
                  <c:v>0.84525939177101972</c:v>
                </c:pt>
                <c:pt idx="174">
                  <c:v>0.84436493738819318</c:v>
                </c:pt>
                <c:pt idx="175">
                  <c:v>0.84347048300536676</c:v>
                </c:pt>
                <c:pt idx="176">
                  <c:v>0.84257602862254022</c:v>
                </c:pt>
                <c:pt idx="177">
                  <c:v>0.84168157423971379</c:v>
                </c:pt>
                <c:pt idx="178">
                  <c:v>0.84078711985688726</c:v>
                </c:pt>
                <c:pt idx="179">
                  <c:v>0.83989266547406083</c:v>
                </c:pt>
                <c:pt idx="180">
                  <c:v>0.8389982110912344</c:v>
                </c:pt>
                <c:pt idx="181">
                  <c:v>0.83810375670840787</c:v>
                </c:pt>
                <c:pt idx="182">
                  <c:v>0.83720930232558133</c:v>
                </c:pt>
                <c:pt idx="183">
                  <c:v>0.8363148479427549</c:v>
                </c:pt>
                <c:pt idx="184">
                  <c:v>0.83542039355992848</c:v>
                </c:pt>
                <c:pt idx="185">
                  <c:v>0.83452593917710194</c:v>
                </c:pt>
                <c:pt idx="186">
                  <c:v>0.83363148479427551</c:v>
                </c:pt>
                <c:pt idx="187">
                  <c:v>0.83273703041144898</c:v>
                </c:pt>
                <c:pt idx="188">
                  <c:v>0.83184257602862255</c:v>
                </c:pt>
                <c:pt idx="189">
                  <c:v>0.83094812164579612</c:v>
                </c:pt>
                <c:pt idx="190">
                  <c:v>0.83005366726296959</c:v>
                </c:pt>
                <c:pt idx="191">
                  <c:v>0.82915921288014305</c:v>
                </c:pt>
                <c:pt idx="192">
                  <c:v>0.82826475849731662</c:v>
                </c:pt>
                <c:pt idx="193">
                  <c:v>0.8273703041144902</c:v>
                </c:pt>
                <c:pt idx="194">
                  <c:v>0.82647584973166366</c:v>
                </c:pt>
                <c:pt idx="195">
                  <c:v>0.82558139534883723</c:v>
                </c:pt>
                <c:pt idx="196">
                  <c:v>0.8246869409660107</c:v>
                </c:pt>
                <c:pt idx="197">
                  <c:v>0.82379248658318427</c:v>
                </c:pt>
                <c:pt idx="198">
                  <c:v>0.82289803220035784</c:v>
                </c:pt>
                <c:pt idx="199">
                  <c:v>0.82200357781753131</c:v>
                </c:pt>
                <c:pt idx="200">
                  <c:v>0.82110912343470477</c:v>
                </c:pt>
                <c:pt idx="201">
                  <c:v>0.82021466905187834</c:v>
                </c:pt>
                <c:pt idx="202">
                  <c:v>0.81932021466905192</c:v>
                </c:pt>
                <c:pt idx="203">
                  <c:v>0.81842576028622538</c:v>
                </c:pt>
                <c:pt idx="204">
                  <c:v>0.81753130590339895</c:v>
                </c:pt>
                <c:pt idx="205">
                  <c:v>0.81663685152057242</c:v>
                </c:pt>
                <c:pt idx="206">
                  <c:v>0.81574239713774599</c:v>
                </c:pt>
                <c:pt idx="207">
                  <c:v>0.81484794275491956</c:v>
                </c:pt>
                <c:pt idx="208">
                  <c:v>0.81395348837209303</c:v>
                </c:pt>
                <c:pt idx="209">
                  <c:v>0.81305903398926649</c:v>
                </c:pt>
                <c:pt idx="210">
                  <c:v>0.81216457960644006</c:v>
                </c:pt>
                <c:pt idx="211">
                  <c:v>0.81127012522361364</c:v>
                </c:pt>
                <c:pt idx="212">
                  <c:v>0.8103756708407871</c:v>
                </c:pt>
                <c:pt idx="213">
                  <c:v>0.80948121645796067</c:v>
                </c:pt>
                <c:pt idx="214">
                  <c:v>0.80858676207513414</c:v>
                </c:pt>
                <c:pt idx="215">
                  <c:v>0.80769230769230771</c:v>
                </c:pt>
                <c:pt idx="216">
                  <c:v>0.80679785330948128</c:v>
                </c:pt>
                <c:pt idx="217">
                  <c:v>0.80590339892665475</c:v>
                </c:pt>
                <c:pt idx="218">
                  <c:v>0.80500894454382821</c:v>
                </c:pt>
                <c:pt idx="219">
                  <c:v>0.80411449016100178</c:v>
                </c:pt>
                <c:pt idx="220">
                  <c:v>0.80322003577817536</c:v>
                </c:pt>
                <c:pt idx="221">
                  <c:v>0.80232558139534882</c:v>
                </c:pt>
                <c:pt idx="222">
                  <c:v>0.80143112701252239</c:v>
                </c:pt>
                <c:pt idx="223">
                  <c:v>0.80053667262969586</c:v>
                </c:pt>
                <c:pt idx="224">
                  <c:v>0.79964221824686943</c:v>
                </c:pt>
                <c:pt idx="225">
                  <c:v>0.79874776386404289</c:v>
                </c:pt>
                <c:pt idx="226">
                  <c:v>0.79785330948121647</c:v>
                </c:pt>
                <c:pt idx="227">
                  <c:v>0.79695885509838993</c:v>
                </c:pt>
                <c:pt idx="228">
                  <c:v>0.7960644007155635</c:v>
                </c:pt>
                <c:pt idx="229">
                  <c:v>0.79516994633273708</c:v>
                </c:pt>
                <c:pt idx="230">
                  <c:v>0.79427549194991054</c:v>
                </c:pt>
                <c:pt idx="231">
                  <c:v>0.79338103756708411</c:v>
                </c:pt>
                <c:pt idx="232">
                  <c:v>0.79248658318425758</c:v>
                </c:pt>
                <c:pt idx="233">
                  <c:v>0.79159212880143115</c:v>
                </c:pt>
                <c:pt idx="234">
                  <c:v>0.79069767441860461</c:v>
                </c:pt>
                <c:pt idx="235">
                  <c:v>0.78980322003577819</c:v>
                </c:pt>
                <c:pt idx="236">
                  <c:v>0.78890876565295165</c:v>
                </c:pt>
                <c:pt idx="237">
                  <c:v>0.78801431127012522</c:v>
                </c:pt>
                <c:pt idx="238">
                  <c:v>0.7871198568872988</c:v>
                </c:pt>
                <c:pt idx="239">
                  <c:v>0.78622540250447226</c:v>
                </c:pt>
                <c:pt idx="240">
                  <c:v>0.78533094812164583</c:v>
                </c:pt>
                <c:pt idx="241">
                  <c:v>0.7844364937388193</c:v>
                </c:pt>
                <c:pt idx="242">
                  <c:v>0.78354203935599287</c:v>
                </c:pt>
                <c:pt idx="243">
                  <c:v>0.78264758497316633</c:v>
                </c:pt>
                <c:pt idx="244">
                  <c:v>0.78175313059033991</c:v>
                </c:pt>
                <c:pt idx="245">
                  <c:v>0.78085867620751337</c:v>
                </c:pt>
                <c:pt idx="246">
                  <c:v>0.77996422182468694</c:v>
                </c:pt>
                <c:pt idx="247">
                  <c:v>0.77906976744186052</c:v>
                </c:pt>
                <c:pt idx="248">
                  <c:v>0.77817531305903398</c:v>
                </c:pt>
                <c:pt idx="249">
                  <c:v>0.77728085867620755</c:v>
                </c:pt>
                <c:pt idx="250">
                  <c:v>0.77638640429338102</c:v>
                </c:pt>
                <c:pt idx="251">
                  <c:v>0.77549194991055459</c:v>
                </c:pt>
                <c:pt idx="252">
                  <c:v>0.77459749552772805</c:v>
                </c:pt>
                <c:pt idx="253">
                  <c:v>0.77370304114490163</c:v>
                </c:pt>
                <c:pt idx="254">
                  <c:v>0.77280858676207509</c:v>
                </c:pt>
                <c:pt idx="255">
                  <c:v>0.77191413237924866</c:v>
                </c:pt>
                <c:pt idx="256">
                  <c:v>0.77101967799642224</c:v>
                </c:pt>
                <c:pt idx="257">
                  <c:v>0.7701252236135957</c:v>
                </c:pt>
                <c:pt idx="258">
                  <c:v>0.76923076923076916</c:v>
                </c:pt>
                <c:pt idx="259">
                  <c:v>0.76833631484794274</c:v>
                </c:pt>
                <c:pt idx="260">
                  <c:v>0.76744186046511631</c:v>
                </c:pt>
                <c:pt idx="261">
                  <c:v>0.76654740608228977</c:v>
                </c:pt>
                <c:pt idx="262">
                  <c:v>0.76565295169946335</c:v>
                </c:pt>
                <c:pt idx="263">
                  <c:v>0.76475849731663681</c:v>
                </c:pt>
                <c:pt idx="264">
                  <c:v>0.76386404293381038</c:v>
                </c:pt>
                <c:pt idx="265">
                  <c:v>0.76296958855098396</c:v>
                </c:pt>
                <c:pt idx="266">
                  <c:v>0.76207513416815742</c:v>
                </c:pt>
                <c:pt idx="267">
                  <c:v>0.76118067978533088</c:v>
                </c:pt>
                <c:pt idx="268">
                  <c:v>0.76028622540250446</c:v>
                </c:pt>
                <c:pt idx="269">
                  <c:v>0.75939177101967803</c:v>
                </c:pt>
                <c:pt idx="270">
                  <c:v>0.75849731663685149</c:v>
                </c:pt>
                <c:pt idx="271">
                  <c:v>0.75760286225402507</c:v>
                </c:pt>
                <c:pt idx="272">
                  <c:v>0.75670840787119853</c:v>
                </c:pt>
                <c:pt idx="273">
                  <c:v>0.7558139534883721</c:v>
                </c:pt>
                <c:pt idx="274">
                  <c:v>0.75491949910554568</c:v>
                </c:pt>
                <c:pt idx="275">
                  <c:v>0.75402504472271914</c:v>
                </c:pt>
                <c:pt idx="276">
                  <c:v>0.7531305903398926</c:v>
                </c:pt>
                <c:pt idx="277">
                  <c:v>0.75223613595706618</c:v>
                </c:pt>
                <c:pt idx="278">
                  <c:v>0.75134168157423975</c:v>
                </c:pt>
                <c:pt idx="279">
                  <c:v>0.75044722719141321</c:v>
                </c:pt>
                <c:pt idx="280">
                  <c:v>0.74955277280858679</c:v>
                </c:pt>
                <c:pt idx="281">
                  <c:v>0.74865831842576025</c:v>
                </c:pt>
                <c:pt idx="282">
                  <c:v>0.74776386404293382</c:v>
                </c:pt>
                <c:pt idx="283">
                  <c:v>0.7468694096601074</c:v>
                </c:pt>
                <c:pt idx="284">
                  <c:v>0.74597495527728086</c:v>
                </c:pt>
                <c:pt idx="285">
                  <c:v>0.74508050089445432</c:v>
                </c:pt>
                <c:pt idx="286">
                  <c:v>0.7441860465116279</c:v>
                </c:pt>
                <c:pt idx="287">
                  <c:v>0.74329159212880147</c:v>
                </c:pt>
                <c:pt idx="288">
                  <c:v>0.74239713774597493</c:v>
                </c:pt>
                <c:pt idx="289">
                  <c:v>0.74150268336314851</c:v>
                </c:pt>
                <c:pt idx="290">
                  <c:v>0.74060822898032197</c:v>
                </c:pt>
                <c:pt idx="291">
                  <c:v>0.73971377459749554</c:v>
                </c:pt>
                <c:pt idx="292">
                  <c:v>0.73881932021466912</c:v>
                </c:pt>
                <c:pt idx="293">
                  <c:v>0.73792486583184258</c:v>
                </c:pt>
                <c:pt idx="294">
                  <c:v>0.73703041144901604</c:v>
                </c:pt>
                <c:pt idx="295">
                  <c:v>0.73613595706618962</c:v>
                </c:pt>
                <c:pt idx="296">
                  <c:v>0.73524150268336319</c:v>
                </c:pt>
                <c:pt idx="297">
                  <c:v>0.73434704830053665</c:v>
                </c:pt>
                <c:pt idx="298">
                  <c:v>0.73345259391771012</c:v>
                </c:pt>
                <c:pt idx="299">
                  <c:v>0.73255813953488369</c:v>
                </c:pt>
                <c:pt idx="300">
                  <c:v>0.73166368515205726</c:v>
                </c:pt>
                <c:pt idx="301">
                  <c:v>0.73076923076923084</c:v>
                </c:pt>
                <c:pt idx="302">
                  <c:v>0.7298747763864043</c:v>
                </c:pt>
                <c:pt idx="303">
                  <c:v>0.72898032200357776</c:v>
                </c:pt>
                <c:pt idx="304">
                  <c:v>0.72808586762075134</c:v>
                </c:pt>
                <c:pt idx="305">
                  <c:v>0.72719141323792491</c:v>
                </c:pt>
                <c:pt idx="306">
                  <c:v>0.72629695885509837</c:v>
                </c:pt>
                <c:pt idx="307">
                  <c:v>0.72540250447227184</c:v>
                </c:pt>
                <c:pt idx="308">
                  <c:v>0.72450805008944541</c:v>
                </c:pt>
                <c:pt idx="309">
                  <c:v>0.72361359570661898</c:v>
                </c:pt>
                <c:pt idx="310">
                  <c:v>0.72271914132379256</c:v>
                </c:pt>
                <c:pt idx="311">
                  <c:v>0.72182468694096602</c:v>
                </c:pt>
                <c:pt idx="312">
                  <c:v>0.72093023255813948</c:v>
                </c:pt>
                <c:pt idx="313">
                  <c:v>0.72003577817531306</c:v>
                </c:pt>
                <c:pt idx="314">
                  <c:v>0.71914132379248663</c:v>
                </c:pt>
                <c:pt idx="315">
                  <c:v>0.71824686940966009</c:v>
                </c:pt>
                <c:pt idx="316">
                  <c:v>0.71735241502683356</c:v>
                </c:pt>
                <c:pt idx="317">
                  <c:v>0.71645796064400713</c:v>
                </c:pt>
                <c:pt idx="318">
                  <c:v>0.7155635062611807</c:v>
                </c:pt>
                <c:pt idx="319">
                  <c:v>0.71466905187835428</c:v>
                </c:pt>
                <c:pt idx="320">
                  <c:v>0.71377459749552774</c:v>
                </c:pt>
                <c:pt idx="321">
                  <c:v>0.7128801431127012</c:v>
                </c:pt>
                <c:pt idx="322">
                  <c:v>0.71198568872987478</c:v>
                </c:pt>
                <c:pt idx="323">
                  <c:v>0.71109123434704835</c:v>
                </c:pt>
                <c:pt idx="324">
                  <c:v>0.71019677996422181</c:v>
                </c:pt>
                <c:pt idx="325">
                  <c:v>0.70930232558139528</c:v>
                </c:pt>
                <c:pt idx="326">
                  <c:v>0.70840787119856885</c:v>
                </c:pt>
                <c:pt idx="327">
                  <c:v>0.70751341681574242</c:v>
                </c:pt>
                <c:pt idx="328">
                  <c:v>0.706618962432916</c:v>
                </c:pt>
                <c:pt idx="329">
                  <c:v>0.70572450805008946</c:v>
                </c:pt>
                <c:pt idx="330">
                  <c:v>0.70483005366726292</c:v>
                </c:pt>
                <c:pt idx="331">
                  <c:v>0.7039355992844365</c:v>
                </c:pt>
                <c:pt idx="332">
                  <c:v>0.70304114490161007</c:v>
                </c:pt>
                <c:pt idx="333">
                  <c:v>0.70214669051878353</c:v>
                </c:pt>
                <c:pt idx="334">
                  <c:v>0.701252236135957</c:v>
                </c:pt>
                <c:pt idx="335">
                  <c:v>0.70035778175313057</c:v>
                </c:pt>
                <c:pt idx="336">
                  <c:v>0.69946332737030414</c:v>
                </c:pt>
                <c:pt idx="337">
                  <c:v>0.69856887298747772</c:v>
                </c:pt>
                <c:pt idx="338">
                  <c:v>0.69767441860465118</c:v>
                </c:pt>
                <c:pt idx="339">
                  <c:v>0.69677996422182464</c:v>
                </c:pt>
                <c:pt idx="340">
                  <c:v>0.69588550983899822</c:v>
                </c:pt>
                <c:pt idx="341">
                  <c:v>0.69499105545617179</c:v>
                </c:pt>
                <c:pt idx="342">
                  <c:v>0.69409660107334525</c:v>
                </c:pt>
                <c:pt idx="343">
                  <c:v>0.69320214669051872</c:v>
                </c:pt>
                <c:pt idx="344">
                  <c:v>0.69230769230769229</c:v>
                </c:pt>
                <c:pt idx="345">
                  <c:v>0.69141323792486586</c:v>
                </c:pt>
                <c:pt idx="346">
                  <c:v>0.69051878354203944</c:v>
                </c:pt>
                <c:pt idx="347">
                  <c:v>0.6896243291592129</c:v>
                </c:pt>
                <c:pt idx="348">
                  <c:v>0.68872987477638636</c:v>
                </c:pt>
                <c:pt idx="349">
                  <c:v>0.68783542039355994</c:v>
                </c:pt>
                <c:pt idx="350">
                  <c:v>0.68694096601073351</c:v>
                </c:pt>
                <c:pt idx="351">
                  <c:v>0.68604651162790697</c:v>
                </c:pt>
                <c:pt idx="352">
                  <c:v>0.68515205724508044</c:v>
                </c:pt>
                <c:pt idx="353">
                  <c:v>0.68425760286225401</c:v>
                </c:pt>
                <c:pt idx="354">
                  <c:v>0.68336314847942758</c:v>
                </c:pt>
                <c:pt idx="355">
                  <c:v>0.68246869409660105</c:v>
                </c:pt>
                <c:pt idx="356">
                  <c:v>0.68157423971377462</c:v>
                </c:pt>
                <c:pt idx="357">
                  <c:v>0.68067978533094808</c:v>
                </c:pt>
                <c:pt idx="358">
                  <c:v>0.67978533094812166</c:v>
                </c:pt>
                <c:pt idx="359">
                  <c:v>0.67889087656529523</c:v>
                </c:pt>
                <c:pt idx="360">
                  <c:v>0.67799642218246869</c:v>
                </c:pt>
                <c:pt idx="361">
                  <c:v>0.67710196779964216</c:v>
                </c:pt>
                <c:pt idx="362">
                  <c:v>0.67620751341681573</c:v>
                </c:pt>
                <c:pt idx="363">
                  <c:v>0.6753130590339893</c:v>
                </c:pt>
                <c:pt idx="364">
                  <c:v>0.67441860465116277</c:v>
                </c:pt>
                <c:pt idx="365">
                  <c:v>0.67352415026833634</c:v>
                </c:pt>
                <c:pt idx="366">
                  <c:v>0.6726296958855098</c:v>
                </c:pt>
                <c:pt idx="367">
                  <c:v>0.67173524150268338</c:v>
                </c:pt>
                <c:pt idx="368">
                  <c:v>0.67084078711985695</c:v>
                </c:pt>
                <c:pt idx="369">
                  <c:v>0.66994633273703041</c:v>
                </c:pt>
                <c:pt idx="370">
                  <c:v>0.66905187835420388</c:v>
                </c:pt>
                <c:pt idx="371">
                  <c:v>0.66815742397137745</c:v>
                </c:pt>
                <c:pt idx="372">
                  <c:v>0.66726296958855102</c:v>
                </c:pt>
                <c:pt idx="373">
                  <c:v>0.66636851520572449</c:v>
                </c:pt>
                <c:pt idx="374">
                  <c:v>0.66547406082289795</c:v>
                </c:pt>
                <c:pt idx="375">
                  <c:v>0.66457960644007152</c:v>
                </c:pt>
                <c:pt idx="376">
                  <c:v>0.6636851520572451</c:v>
                </c:pt>
                <c:pt idx="377">
                  <c:v>0.66279069767441867</c:v>
                </c:pt>
                <c:pt idx="378">
                  <c:v>0.66189624329159213</c:v>
                </c:pt>
                <c:pt idx="379">
                  <c:v>0.6610017889087656</c:v>
                </c:pt>
                <c:pt idx="380">
                  <c:v>0.66010733452593917</c:v>
                </c:pt>
                <c:pt idx="381">
                  <c:v>0.65921288014311274</c:v>
                </c:pt>
                <c:pt idx="382">
                  <c:v>0.65831842576028621</c:v>
                </c:pt>
                <c:pt idx="383">
                  <c:v>0.65742397137745967</c:v>
                </c:pt>
                <c:pt idx="384">
                  <c:v>0.65652951699463324</c:v>
                </c:pt>
                <c:pt idx="385">
                  <c:v>0.65563506261180682</c:v>
                </c:pt>
                <c:pt idx="386">
                  <c:v>0.65474060822898039</c:v>
                </c:pt>
                <c:pt idx="387">
                  <c:v>0.65384615384615385</c:v>
                </c:pt>
                <c:pt idx="388">
                  <c:v>0.65295169946332732</c:v>
                </c:pt>
                <c:pt idx="389">
                  <c:v>0.65205724508050089</c:v>
                </c:pt>
                <c:pt idx="390">
                  <c:v>0.65116279069767447</c:v>
                </c:pt>
                <c:pt idx="391">
                  <c:v>0.65026833631484793</c:v>
                </c:pt>
                <c:pt idx="392">
                  <c:v>0.64937388193202139</c:v>
                </c:pt>
                <c:pt idx="393">
                  <c:v>0.64847942754919496</c:v>
                </c:pt>
                <c:pt idx="394">
                  <c:v>0.64758497316636854</c:v>
                </c:pt>
                <c:pt idx="395">
                  <c:v>0.64669051878354211</c:v>
                </c:pt>
                <c:pt idx="396">
                  <c:v>0.64579606440071557</c:v>
                </c:pt>
                <c:pt idx="397">
                  <c:v>0.64490161001788904</c:v>
                </c:pt>
                <c:pt idx="398">
                  <c:v>0.64400715563506261</c:v>
                </c:pt>
                <c:pt idx="399">
                  <c:v>0.64311270125223619</c:v>
                </c:pt>
                <c:pt idx="400">
                  <c:v>0.64221824686940965</c:v>
                </c:pt>
                <c:pt idx="401">
                  <c:v>0.64132379248658311</c:v>
                </c:pt>
                <c:pt idx="402">
                  <c:v>0.64042933810375668</c:v>
                </c:pt>
                <c:pt idx="403">
                  <c:v>0.63953488372093026</c:v>
                </c:pt>
                <c:pt idx="404">
                  <c:v>0.63864042933810383</c:v>
                </c:pt>
                <c:pt idx="405">
                  <c:v>0.63774597495527729</c:v>
                </c:pt>
                <c:pt idx="406">
                  <c:v>0.63685152057245076</c:v>
                </c:pt>
                <c:pt idx="407">
                  <c:v>0.63595706618962433</c:v>
                </c:pt>
                <c:pt idx="408">
                  <c:v>0.63506261180679791</c:v>
                </c:pt>
                <c:pt idx="409">
                  <c:v>0.63416815742397137</c:v>
                </c:pt>
                <c:pt idx="410">
                  <c:v>0.63327370304114483</c:v>
                </c:pt>
                <c:pt idx="411">
                  <c:v>0.6323792486583184</c:v>
                </c:pt>
                <c:pt idx="412">
                  <c:v>0.63148479427549198</c:v>
                </c:pt>
                <c:pt idx="413">
                  <c:v>0.63059033989266555</c:v>
                </c:pt>
                <c:pt idx="414">
                  <c:v>0.62969588550983902</c:v>
                </c:pt>
                <c:pt idx="415">
                  <c:v>0.62880143112701248</c:v>
                </c:pt>
                <c:pt idx="416">
                  <c:v>0.62790697674418605</c:v>
                </c:pt>
                <c:pt idx="417">
                  <c:v>0.62701252236135963</c:v>
                </c:pt>
                <c:pt idx="418">
                  <c:v>0.62611806797853309</c:v>
                </c:pt>
                <c:pt idx="419">
                  <c:v>0.62522361359570655</c:v>
                </c:pt>
                <c:pt idx="420">
                  <c:v>0.62432915921288012</c:v>
                </c:pt>
                <c:pt idx="421">
                  <c:v>0.6234347048300537</c:v>
                </c:pt>
                <c:pt idx="422">
                  <c:v>0.62254025044722727</c:v>
                </c:pt>
                <c:pt idx="423">
                  <c:v>0.62164579606440074</c:v>
                </c:pt>
                <c:pt idx="424">
                  <c:v>0.6207513416815742</c:v>
                </c:pt>
                <c:pt idx="425">
                  <c:v>0.61985688729874777</c:v>
                </c:pt>
                <c:pt idx="426">
                  <c:v>0.61896243291592135</c:v>
                </c:pt>
                <c:pt idx="427">
                  <c:v>0.61806797853309481</c:v>
                </c:pt>
                <c:pt idx="428">
                  <c:v>0.61717352415026827</c:v>
                </c:pt>
                <c:pt idx="429">
                  <c:v>0.61627906976744184</c:v>
                </c:pt>
                <c:pt idx="430">
                  <c:v>0.61538461538461542</c:v>
                </c:pt>
                <c:pt idx="431">
                  <c:v>0.61449016100178888</c:v>
                </c:pt>
                <c:pt idx="432">
                  <c:v>0.61359570661896246</c:v>
                </c:pt>
                <c:pt idx="433">
                  <c:v>0.61270125223613592</c:v>
                </c:pt>
                <c:pt idx="434">
                  <c:v>0.61180679785330949</c:v>
                </c:pt>
                <c:pt idx="435">
                  <c:v>0.61091234347048307</c:v>
                </c:pt>
                <c:pt idx="436">
                  <c:v>0.61001788908765653</c:v>
                </c:pt>
                <c:pt idx="437">
                  <c:v>0.60912343470482999</c:v>
                </c:pt>
                <c:pt idx="438">
                  <c:v>0.60822898032200357</c:v>
                </c:pt>
                <c:pt idx="439">
                  <c:v>0.60733452593917714</c:v>
                </c:pt>
                <c:pt idx="440">
                  <c:v>0.6064400715563506</c:v>
                </c:pt>
                <c:pt idx="441">
                  <c:v>0.60554561717352418</c:v>
                </c:pt>
                <c:pt idx="442">
                  <c:v>0.60465116279069764</c:v>
                </c:pt>
                <c:pt idx="443">
                  <c:v>0.60375670840787121</c:v>
                </c:pt>
                <c:pt idx="444">
                  <c:v>0.60286225402504479</c:v>
                </c:pt>
                <c:pt idx="445">
                  <c:v>0.60196779964221825</c:v>
                </c:pt>
                <c:pt idx="446">
                  <c:v>0.60107334525939171</c:v>
                </c:pt>
                <c:pt idx="447">
                  <c:v>0.60017889087656529</c:v>
                </c:pt>
                <c:pt idx="448">
                  <c:v>0.59928443649373886</c:v>
                </c:pt>
                <c:pt idx="449">
                  <c:v>0.59838998211091232</c:v>
                </c:pt>
                <c:pt idx="450">
                  <c:v>0.59749552772808578</c:v>
                </c:pt>
                <c:pt idx="451">
                  <c:v>0.59660107334525936</c:v>
                </c:pt>
                <c:pt idx="452">
                  <c:v>0.59570661896243293</c:v>
                </c:pt>
                <c:pt idx="453">
                  <c:v>0.59481216457960651</c:v>
                </c:pt>
                <c:pt idx="454">
                  <c:v>0.59391771019677997</c:v>
                </c:pt>
                <c:pt idx="455">
                  <c:v>0.59302325581395343</c:v>
                </c:pt>
                <c:pt idx="456">
                  <c:v>0.59212880143112701</c:v>
                </c:pt>
                <c:pt idx="457">
                  <c:v>0.59123434704830058</c:v>
                </c:pt>
                <c:pt idx="458">
                  <c:v>0.59033989266547404</c:v>
                </c:pt>
                <c:pt idx="459">
                  <c:v>0.5894454382826475</c:v>
                </c:pt>
                <c:pt idx="460">
                  <c:v>0.58855098389982108</c:v>
                </c:pt>
                <c:pt idx="461">
                  <c:v>0.58765652951699465</c:v>
                </c:pt>
                <c:pt idx="462">
                  <c:v>0.58676207513416823</c:v>
                </c:pt>
                <c:pt idx="463">
                  <c:v>0.58586762075134169</c:v>
                </c:pt>
                <c:pt idx="464">
                  <c:v>0.58497316636851515</c:v>
                </c:pt>
                <c:pt idx="465">
                  <c:v>0.58407871198568873</c:v>
                </c:pt>
                <c:pt idx="466">
                  <c:v>0.5831842576028623</c:v>
                </c:pt>
                <c:pt idx="467">
                  <c:v>0.58228980322003576</c:v>
                </c:pt>
                <c:pt idx="468">
                  <c:v>0.58139534883720922</c:v>
                </c:pt>
                <c:pt idx="469">
                  <c:v>0.5805008944543828</c:v>
                </c:pt>
                <c:pt idx="470">
                  <c:v>0.57960644007155637</c:v>
                </c:pt>
                <c:pt idx="471">
                  <c:v>0.57871198568872995</c:v>
                </c:pt>
                <c:pt idx="472">
                  <c:v>0.57781753130590341</c:v>
                </c:pt>
                <c:pt idx="473">
                  <c:v>0.57692307692307687</c:v>
                </c:pt>
                <c:pt idx="474">
                  <c:v>0.57602862254025045</c:v>
                </c:pt>
                <c:pt idx="475">
                  <c:v>0.57513416815742402</c:v>
                </c:pt>
                <c:pt idx="476">
                  <c:v>0.57423971377459748</c:v>
                </c:pt>
                <c:pt idx="477">
                  <c:v>0.57334525939177095</c:v>
                </c:pt>
                <c:pt idx="478">
                  <c:v>0.57245080500894452</c:v>
                </c:pt>
                <c:pt idx="479">
                  <c:v>0.57155635062611809</c:v>
                </c:pt>
                <c:pt idx="480">
                  <c:v>0.57066189624329167</c:v>
                </c:pt>
                <c:pt idx="481">
                  <c:v>0.56976744186046513</c:v>
                </c:pt>
                <c:pt idx="482">
                  <c:v>0.56887298747763859</c:v>
                </c:pt>
                <c:pt idx="483">
                  <c:v>0.56797853309481217</c:v>
                </c:pt>
                <c:pt idx="484">
                  <c:v>0.56708407871198574</c:v>
                </c:pt>
                <c:pt idx="485">
                  <c:v>0.5661896243291592</c:v>
                </c:pt>
                <c:pt idx="486">
                  <c:v>0.56529516994633267</c:v>
                </c:pt>
                <c:pt idx="487">
                  <c:v>0.56440071556350624</c:v>
                </c:pt>
                <c:pt idx="488">
                  <c:v>0.56350626118067981</c:v>
                </c:pt>
                <c:pt idx="489">
                  <c:v>0.56261180679785339</c:v>
                </c:pt>
                <c:pt idx="490">
                  <c:v>0.56171735241502685</c:v>
                </c:pt>
                <c:pt idx="491">
                  <c:v>0.56082289803220031</c:v>
                </c:pt>
                <c:pt idx="492">
                  <c:v>0.55992844364937389</c:v>
                </c:pt>
                <c:pt idx="493">
                  <c:v>0.55903398926654746</c:v>
                </c:pt>
                <c:pt idx="494">
                  <c:v>0.55813953488372092</c:v>
                </c:pt>
                <c:pt idx="495">
                  <c:v>0.55724508050089439</c:v>
                </c:pt>
                <c:pt idx="496">
                  <c:v>0.55635062611806796</c:v>
                </c:pt>
                <c:pt idx="497">
                  <c:v>0.55545617173524153</c:v>
                </c:pt>
                <c:pt idx="498">
                  <c:v>0.55456171735241511</c:v>
                </c:pt>
                <c:pt idx="499">
                  <c:v>0.55366726296958857</c:v>
                </c:pt>
                <c:pt idx="500">
                  <c:v>0.55277280858676203</c:v>
                </c:pt>
                <c:pt idx="501">
                  <c:v>0.55187835420393561</c:v>
                </c:pt>
                <c:pt idx="502">
                  <c:v>0.55098389982110918</c:v>
                </c:pt>
                <c:pt idx="503">
                  <c:v>0.55008944543828264</c:v>
                </c:pt>
                <c:pt idx="504">
                  <c:v>0.54919499105545611</c:v>
                </c:pt>
                <c:pt idx="505">
                  <c:v>0.54830053667262968</c:v>
                </c:pt>
                <c:pt idx="506">
                  <c:v>0.54740608228980325</c:v>
                </c:pt>
                <c:pt idx="507">
                  <c:v>0.54651162790697683</c:v>
                </c:pt>
                <c:pt idx="508">
                  <c:v>0.54561717352415029</c:v>
                </c:pt>
                <c:pt idx="509">
                  <c:v>0.54472271914132375</c:v>
                </c:pt>
                <c:pt idx="510">
                  <c:v>0.54382826475849733</c:v>
                </c:pt>
                <c:pt idx="511">
                  <c:v>0.5429338103756709</c:v>
                </c:pt>
                <c:pt idx="512">
                  <c:v>0.54203935599284436</c:v>
                </c:pt>
                <c:pt idx="513">
                  <c:v>0.54114490161001783</c:v>
                </c:pt>
                <c:pt idx="514">
                  <c:v>0.5402504472271914</c:v>
                </c:pt>
                <c:pt idx="515">
                  <c:v>0.53935599284436497</c:v>
                </c:pt>
                <c:pt idx="516">
                  <c:v>0.53846153846153844</c:v>
                </c:pt>
                <c:pt idx="517">
                  <c:v>0.53756708407871201</c:v>
                </c:pt>
                <c:pt idx="518">
                  <c:v>0.53667262969588547</c:v>
                </c:pt>
                <c:pt idx="519">
                  <c:v>0.53577817531305905</c:v>
                </c:pt>
                <c:pt idx="520">
                  <c:v>0.53488372093023262</c:v>
                </c:pt>
                <c:pt idx="521">
                  <c:v>0.53398926654740608</c:v>
                </c:pt>
                <c:pt idx="522">
                  <c:v>0.53309481216457955</c:v>
                </c:pt>
                <c:pt idx="523">
                  <c:v>0.53220035778175312</c:v>
                </c:pt>
                <c:pt idx="524">
                  <c:v>0.53130590339892669</c:v>
                </c:pt>
                <c:pt idx="525">
                  <c:v>0.53041144901610016</c:v>
                </c:pt>
                <c:pt idx="526">
                  <c:v>0.52951699463327373</c:v>
                </c:pt>
                <c:pt idx="527">
                  <c:v>0.52862254025044719</c:v>
                </c:pt>
                <c:pt idx="528">
                  <c:v>0.52772808586762077</c:v>
                </c:pt>
                <c:pt idx="529">
                  <c:v>0.52683363148479434</c:v>
                </c:pt>
                <c:pt idx="530">
                  <c:v>0.5259391771019678</c:v>
                </c:pt>
                <c:pt idx="531">
                  <c:v>0.52504472271914127</c:v>
                </c:pt>
                <c:pt idx="532">
                  <c:v>0.52415026833631484</c:v>
                </c:pt>
                <c:pt idx="533">
                  <c:v>0.52325581395348841</c:v>
                </c:pt>
                <c:pt idx="534">
                  <c:v>0.52236135957066188</c:v>
                </c:pt>
                <c:pt idx="535">
                  <c:v>0.52146690518783534</c:v>
                </c:pt>
                <c:pt idx="536">
                  <c:v>0.52057245080500891</c:v>
                </c:pt>
                <c:pt idx="537">
                  <c:v>0.51967799642218249</c:v>
                </c:pt>
                <c:pt idx="538">
                  <c:v>0.51878354203935606</c:v>
                </c:pt>
                <c:pt idx="539">
                  <c:v>0.51788908765652952</c:v>
                </c:pt>
                <c:pt idx="540">
                  <c:v>0.51699463327370299</c:v>
                </c:pt>
                <c:pt idx="541">
                  <c:v>0.51610017889087656</c:v>
                </c:pt>
                <c:pt idx="542">
                  <c:v>0.51520572450805013</c:v>
                </c:pt>
                <c:pt idx="543">
                  <c:v>0.5143112701252236</c:v>
                </c:pt>
                <c:pt idx="544">
                  <c:v>0.51341681574239706</c:v>
                </c:pt>
                <c:pt idx="545">
                  <c:v>0.51252236135957063</c:v>
                </c:pt>
                <c:pt idx="546">
                  <c:v>0.51162790697674421</c:v>
                </c:pt>
                <c:pt idx="547">
                  <c:v>0.51073345259391778</c:v>
                </c:pt>
                <c:pt idx="548">
                  <c:v>0.50983899821109124</c:v>
                </c:pt>
                <c:pt idx="549">
                  <c:v>0.50894454382826471</c:v>
                </c:pt>
                <c:pt idx="550">
                  <c:v>0.50805008944543828</c:v>
                </c:pt>
                <c:pt idx="551">
                  <c:v>0.50715563506261185</c:v>
                </c:pt>
                <c:pt idx="552">
                  <c:v>0.50626118067978532</c:v>
                </c:pt>
                <c:pt idx="553">
                  <c:v>0.50536672629695878</c:v>
                </c:pt>
                <c:pt idx="554">
                  <c:v>0.50447227191413235</c:v>
                </c:pt>
                <c:pt idx="555">
                  <c:v>0.50357781753130593</c:v>
                </c:pt>
                <c:pt idx="556">
                  <c:v>0.5026833631484795</c:v>
                </c:pt>
                <c:pt idx="557">
                  <c:v>0.50178890876565296</c:v>
                </c:pt>
                <c:pt idx="558">
                  <c:v>0.50089445438282643</c:v>
                </c:pt>
                <c:pt idx="559">
                  <c:v>0.5</c:v>
                </c:pt>
                <c:pt idx="560">
                  <c:v>0.49910554561717357</c:v>
                </c:pt>
                <c:pt idx="561">
                  <c:v>0.49821109123434704</c:v>
                </c:pt>
                <c:pt idx="562">
                  <c:v>0.49731663685152061</c:v>
                </c:pt>
                <c:pt idx="563">
                  <c:v>0.49642218246869407</c:v>
                </c:pt>
                <c:pt idx="564">
                  <c:v>0.49552772808586765</c:v>
                </c:pt>
                <c:pt idx="565">
                  <c:v>0.49463327370304111</c:v>
                </c:pt>
                <c:pt idx="566">
                  <c:v>0.49373881932021468</c:v>
                </c:pt>
                <c:pt idx="567">
                  <c:v>0.49284436493738815</c:v>
                </c:pt>
                <c:pt idx="568">
                  <c:v>0.49194991055456172</c:v>
                </c:pt>
                <c:pt idx="569">
                  <c:v>0.49105545617173529</c:v>
                </c:pt>
                <c:pt idx="570">
                  <c:v>0.49016100178890876</c:v>
                </c:pt>
                <c:pt idx="571">
                  <c:v>0.48926654740608233</c:v>
                </c:pt>
                <c:pt idx="572">
                  <c:v>0.48837209302325579</c:v>
                </c:pt>
                <c:pt idx="573">
                  <c:v>0.48747763864042937</c:v>
                </c:pt>
                <c:pt idx="574">
                  <c:v>0.48658318425760283</c:v>
                </c:pt>
                <c:pt idx="575">
                  <c:v>0.4856887298747764</c:v>
                </c:pt>
                <c:pt idx="576">
                  <c:v>0.48479427549194987</c:v>
                </c:pt>
                <c:pt idx="577">
                  <c:v>0.48389982110912344</c:v>
                </c:pt>
                <c:pt idx="578">
                  <c:v>0.48300536672629701</c:v>
                </c:pt>
                <c:pt idx="579">
                  <c:v>0.48211091234347048</c:v>
                </c:pt>
                <c:pt idx="580">
                  <c:v>0.48121645796064405</c:v>
                </c:pt>
                <c:pt idx="581">
                  <c:v>0.48032200357781751</c:v>
                </c:pt>
                <c:pt idx="582">
                  <c:v>0.47942754919499109</c:v>
                </c:pt>
                <c:pt idx="583">
                  <c:v>0.47853309481216455</c:v>
                </c:pt>
                <c:pt idx="584">
                  <c:v>0.47763864042933812</c:v>
                </c:pt>
                <c:pt idx="585">
                  <c:v>0.47674418604651159</c:v>
                </c:pt>
                <c:pt idx="586">
                  <c:v>0.47584973166368516</c:v>
                </c:pt>
                <c:pt idx="587">
                  <c:v>0.47495527728085862</c:v>
                </c:pt>
                <c:pt idx="588">
                  <c:v>0.4740608228980322</c:v>
                </c:pt>
                <c:pt idx="589">
                  <c:v>0.47316636851520577</c:v>
                </c:pt>
                <c:pt idx="590">
                  <c:v>0.47227191413237923</c:v>
                </c:pt>
                <c:pt idx="591">
                  <c:v>0.47137745974955281</c:v>
                </c:pt>
                <c:pt idx="592">
                  <c:v>0.47048300536672627</c:v>
                </c:pt>
                <c:pt idx="593">
                  <c:v>0.46958855098389984</c:v>
                </c:pt>
                <c:pt idx="594">
                  <c:v>0.46869409660107331</c:v>
                </c:pt>
                <c:pt idx="595">
                  <c:v>0.46779964221824688</c:v>
                </c:pt>
                <c:pt idx="596">
                  <c:v>0.46690518783542034</c:v>
                </c:pt>
                <c:pt idx="597">
                  <c:v>0.46601073345259392</c:v>
                </c:pt>
                <c:pt idx="598">
                  <c:v>0.46511627906976749</c:v>
                </c:pt>
                <c:pt idx="599">
                  <c:v>0.46422182468694095</c:v>
                </c:pt>
                <c:pt idx="600">
                  <c:v>0.46332737030411453</c:v>
                </c:pt>
                <c:pt idx="601">
                  <c:v>0.46243291592128799</c:v>
                </c:pt>
                <c:pt idx="602">
                  <c:v>0.46153846153846156</c:v>
                </c:pt>
                <c:pt idx="603">
                  <c:v>0.46064400715563503</c:v>
                </c:pt>
                <c:pt idx="604">
                  <c:v>0.4597495527728086</c:v>
                </c:pt>
                <c:pt idx="605">
                  <c:v>0.45885509838998206</c:v>
                </c:pt>
                <c:pt idx="606">
                  <c:v>0.45796064400715564</c:v>
                </c:pt>
                <c:pt idx="607">
                  <c:v>0.45706618962432921</c:v>
                </c:pt>
                <c:pt idx="608">
                  <c:v>0.45617173524150267</c:v>
                </c:pt>
                <c:pt idx="609">
                  <c:v>0.45527728085867625</c:v>
                </c:pt>
                <c:pt idx="610">
                  <c:v>0.45438282647584971</c:v>
                </c:pt>
                <c:pt idx="611">
                  <c:v>0.45348837209302328</c:v>
                </c:pt>
                <c:pt idx="612">
                  <c:v>0.45259391771019675</c:v>
                </c:pt>
                <c:pt idx="613">
                  <c:v>0.45169946332737032</c:v>
                </c:pt>
                <c:pt idx="614">
                  <c:v>0.45080500894454378</c:v>
                </c:pt>
                <c:pt idx="615">
                  <c:v>0.44991055456171736</c:v>
                </c:pt>
                <c:pt idx="616">
                  <c:v>0.44901610017889093</c:v>
                </c:pt>
                <c:pt idx="617">
                  <c:v>0.44812164579606439</c:v>
                </c:pt>
                <c:pt idx="618">
                  <c:v>0.44722719141323797</c:v>
                </c:pt>
                <c:pt idx="619">
                  <c:v>0.44633273703041143</c:v>
                </c:pt>
                <c:pt idx="620">
                  <c:v>0.445438282647585</c:v>
                </c:pt>
                <c:pt idx="621">
                  <c:v>0.44454382826475847</c:v>
                </c:pt>
                <c:pt idx="622">
                  <c:v>0.44364937388193204</c:v>
                </c:pt>
                <c:pt idx="623">
                  <c:v>0.4427549194991055</c:v>
                </c:pt>
                <c:pt idx="624">
                  <c:v>0.44186046511627908</c:v>
                </c:pt>
                <c:pt idx="625">
                  <c:v>0.44096601073345254</c:v>
                </c:pt>
                <c:pt idx="626">
                  <c:v>0.44007155635062611</c:v>
                </c:pt>
                <c:pt idx="627">
                  <c:v>0.43917710196779969</c:v>
                </c:pt>
                <c:pt idx="628">
                  <c:v>0.43828264758497315</c:v>
                </c:pt>
                <c:pt idx="629">
                  <c:v>0.43738819320214672</c:v>
                </c:pt>
                <c:pt idx="630">
                  <c:v>0.43649373881932019</c:v>
                </c:pt>
                <c:pt idx="631">
                  <c:v>0.43559928443649376</c:v>
                </c:pt>
                <c:pt idx="632">
                  <c:v>0.43470483005366722</c:v>
                </c:pt>
                <c:pt idx="633">
                  <c:v>0.4338103756708408</c:v>
                </c:pt>
                <c:pt idx="634">
                  <c:v>0.43291592128801426</c:v>
                </c:pt>
                <c:pt idx="635">
                  <c:v>0.43202146690518783</c:v>
                </c:pt>
                <c:pt idx="636">
                  <c:v>0.43112701252236141</c:v>
                </c:pt>
                <c:pt idx="637">
                  <c:v>0.43023255813953487</c:v>
                </c:pt>
                <c:pt idx="638">
                  <c:v>0.42933810375670844</c:v>
                </c:pt>
                <c:pt idx="639">
                  <c:v>0.42844364937388191</c:v>
                </c:pt>
                <c:pt idx="640">
                  <c:v>0.42754919499105548</c:v>
                </c:pt>
                <c:pt idx="641">
                  <c:v>0.42665474060822894</c:v>
                </c:pt>
                <c:pt idx="642">
                  <c:v>0.42576028622540252</c:v>
                </c:pt>
                <c:pt idx="643">
                  <c:v>0.42486583184257598</c:v>
                </c:pt>
                <c:pt idx="644">
                  <c:v>0.42397137745974955</c:v>
                </c:pt>
                <c:pt idx="645">
                  <c:v>0.42307692307692313</c:v>
                </c:pt>
                <c:pt idx="646">
                  <c:v>0.42218246869409659</c:v>
                </c:pt>
                <c:pt idx="647">
                  <c:v>0.42128801431127016</c:v>
                </c:pt>
                <c:pt idx="648">
                  <c:v>0.42039355992844363</c:v>
                </c:pt>
                <c:pt idx="649">
                  <c:v>0.4194991055456172</c:v>
                </c:pt>
                <c:pt idx="650">
                  <c:v>0.41860465116279066</c:v>
                </c:pt>
                <c:pt idx="651">
                  <c:v>0.41771019677996424</c:v>
                </c:pt>
                <c:pt idx="652">
                  <c:v>0.4168157423971377</c:v>
                </c:pt>
                <c:pt idx="653">
                  <c:v>0.41592128801431127</c:v>
                </c:pt>
                <c:pt idx="654">
                  <c:v>0.41502683363148485</c:v>
                </c:pt>
                <c:pt idx="655">
                  <c:v>0.41413237924865831</c:v>
                </c:pt>
                <c:pt idx="656">
                  <c:v>0.41323792486583188</c:v>
                </c:pt>
                <c:pt idx="657">
                  <c:v>0.41234347048300535</c:v>
                </c:pt>
                <c:pt idx="658">
                  <c:v>0.41144901610017892</c:v>
                </c:pt>
                <c:pt idx="659">
                  <c:v>0.41055456171735238</c:v>
                </c:pt>
                <c:pt idx="660">
                  <c:v>0.40966010733452596</c:v>
                </c:pt>
                <c:pt idx="661">
                  <c:v>0.40876565295169942</c:v>
                </c:pt>
                <c:pt idx="662">
                  <c:v>0.40787119856887299</c:v>
                </c:pt>
                <c:pt idx="663">
                  <c:v>0.40697674418604646</c:v>
                </c:pt>
                <c:pt idx="664">
                  <c:v>0.40608228980322003</c:v>
                </c:pt>
                <c:pt idx="665">
                  <c:v>0.40518783542039361</c:v>
                </c:pt>
                <c:pt idx="666">
                  <c:v>0.40429338103756707</c:v>
                </c:pt>
                <c:pt idx="667">
                  <c:v>0.40339892665474064</c:v>
                </c:pt>
                <c:pt idx="668">
                  <c:v>0.4025044722719141</c:v>
                </c:pt>
                <c:pt idx="669">
                  <c:v>0.40161001788908768</c:v>
                </c:pt>
                <c:pt idx="670">
                  <c:v>0.40071556350626114</c:v>
                </c:pt>
                <c:pt idx="671">
                  <c:v>0.39982110912343471</c:v>
                </c:pt>
                <c:pt idx="672">
                  <c:v>0.39892665474060818</c:v>
                </c:pt>
                <c:pt idx="673">
                  <c:v>0.39803220035778175</c:v>
                </c:pt>
                <c:pt idx="674">
                  <c:v>0.39713774597495533</c:v>
                </c:pt>
                <c:pt idx="675">
                  <c:v>0.39624329159212879</c:v>
                </c:pt>
                <c:pt idx="676">
                  <c:v>0.39534883720930236</c:v>
                </c:pt>
                <c:pt idx="677">
                  <c:v>0.39445438282647582</c:v>
                </c:pt>
                <c:pt idx="678">
                  <c:v>0.3935599284436494</c:v>
                </c:pt>
                <c:pt idx="679">
                  <c:v>0.39266547406082286</c:v>
                </c:pt>
                <c:pt idx="680">
                  <c:v>0.39177101967799643</c:v>
                </c:pt>
                <c:pt idx="681">
                  <c:v>0.3908765652951699</c:v>
                </c:pt>
                <c:pt idx="682">
                  <c:v>0.38998211091234347</c:v>
                </c:pt>
                <c:pt idx="683">
                  <c:v>0.38908765652951705</c:v>
                </c:pt>
                <c:pt idx="684">
                  <c:v>0.38819320214669051</c:v>
                </c:pt>
                <c:pt idx="685">
                  <c:v>0.38729874776386408</c:v>
                </c:pt>
                <c:pt idx="686">
                  <c:v>0.38640429338103754</c:v>
                </c:pt>
                <c:pt idx="687">
                  <c:v>0.38550983899821112</c:v>
                </c:pt>
                <c:pt idx="688">
                  <c:v>0.38461538461538458</c:v>
                </c:pt>
                <c:pt idx="689">
                  <c:v>0.38372093023255816</c:v>
                </c:pt>
                <c:pt idx="690">
                  <c:v>0.38282647584973162</c:v>
                </c:pt>
                <c:pt idx="691">
                  <c:v>0.38193202146690519</c:v>
                </c:pt>
                <c:pt idx="692">
                  <c:v>0.38103756708407877</c:v>
                </c:pt>
                <c:pt idx="693">
                  <c:v>0.38014311270125223</c:v>
                </c:pt>
                <c:pt idx="694">
                  <c:v>0.3792486583184258</c:v>
                </c:pt>
                <c:pt idx="695">
                  <c:v>0.37835420393559926</c:v>
                </c:pt>
                <c:pt idx="696">
                  <c:v>0.37745974955277284</c:v>
                </c:pt>
                <c:pt idx="697">
                  <c:v>0.3765652951699463</c:v>
                </c:pt>
                <c:pt idx="698">
                  <c:v>0.37567084078711988</c:v>
                </c:pt>
                <c:pt idx="699">
                  <c:v>0.37477638640429334</c:v>
                </c:pt>
                <c:pt idx="700">
                  <c:v>0.37388193202146691</c:v>
                </c:pt>
                <c:pt idx="701">
                  <c:v>0.37298747763864037</c:v>
                </c:pt>
                <c:pt idx="702">
                  <c:v>0.37209302325581395</c:v>
                </c:pt>
                <c:pt idx="703">
                  <c:v>0.37119856887298752</c:v>
                </c:pt>
                <c:pt idx="704">
                  <c:v>0.37030411449016098</c:v>
                </c:pt>
                <c:pt idx="705">
                  <c:v>0.36940966010733456</c:v>
                </c:pt>
                <c:pt idx="706">
                  <c:v>0.36851520572450802</c:v>
                </c:pt>
                <c:pt idx="707">
                  <c:v>0.3676207513416816</c:v>
                </c:pt>
                <c:pt idx="708">
                  <c:v>0.36672629695885506</c:v>
                </c:pt>
                <c:pt idx="709">
                  <c:v>0.36583184257602863</c:v>
                </c:pt>
                <c:pt idx="710">
                  <c:v>0.36493738819320209</c:v>
                </c:pt>
                <c:pt idx="711">
                  <c:v>0.36404293381037567</c:v>
                </c:pt>
                <c:pt idx="712">
                  <c:v>0.36314847942754924</c:v>
                </c:pt>
                <c:pt idx="713">
                  <c:v>0.36225402504472271</c:v>
                </c:pt>
                <c:pt idx="714">
                  <c:v>0.36135957066189628</c:v>
                </c:pt>
                <c:pt idx="715">
                  <c:v>0.36046511627906974</c:v>
                </c:pt>
                <c:pt idx="716">
                  <c:v>0.35957066189624332</c:v>
                </c:pt>
                <c:pt idx="717">
                  <c:v>0.35867620751341678</c:v>
                </c:pt>
                <c:pt idx="718">
                  <c:v>0.35778175313059035</c:v>
                </c:pt>
                <c:pt idx="719">
                  <c:v>0.35688729874776381</c:v>
                </c:pt>
                <c:pt idx="720">
                  <c:v>0.35599284436493739</c:v>
                </c:pt>
                <c:pt idx="721">
                  <c:v>0.35509838998211096</c:v>
                </c:pt>
                <c:pt idx="722">
                  <c:v>0.35420393559928443</c:v>
                </c:pt>
                <c:pt idx="723">
                  <c:v>0.353309481216458</c:v>
                </c:pt>
                <c:pt idx="724">
                  <c:v>0.35241502683363146</c:v>
                </c:pt>
                <c:pt idx="725">
                  <c:v>0.35152057245080504</c:v>
                </c:pt>
                <c:pt idx="726">
                  <c:v>0.3506261180679785</c:v>
                </c:pt>
                <c:pt idx="727">
                  <c:v>0.34973166368515207</c:v>
                </c:pt>
                <c:pt idx="728">
                  <c:v>0.34883720930232553</c:v>
                </c:pt>
                <c:pt idx="729">
                  <c:v>0.34794275491949911</c:v>
                </c:pt>
                <c:pt idx="730">
                  <c:v>0.34704830053667268</c:v>
                </c:pt>
                <c:pt idx="731">
                  <c:v>0.34615384615384615</c:v>
                </c:pt>
                <c:pt idx="732">
                  <c:v>0.34525939177101972</c:v>
                </c:pt>
                <c:pt idx="733">
                  <c:v>0.34436493738819318</c:v>
                </c:pt>
                <c:pt idx="734">
                  <c:v>0.34347048300536676</c:v>
                </c:pt>
                <c:pt idx="735">
                  <c:v>0.34257602862254022</c:v>
                </c:pt>
                <c:pt idx="736">
                  <c:v>0.34168157423971379</c:v>
                </c:pt>
                <c:pt idx="737">
                  <c:v>0.34078711985688726</c:v>
                </c:pt>
                <c:pt idx="738">
                  <c:v>0.33989266547406083</c:v>
                </c:pt>
                <c:pt idx="739">
                  <c:v>0.33899821109123429</c:v>
                </c:pt>
                <c:pt idx="740">
                  <c:v>0.33810375670840787</c:v>
                </c:pt>
                <c:pt idx="741">
                  <c:v>0.33720930232558144</c:v>
                </c:pt>
                <c:pt idx="742">
                  <c:v>0.3363148479427549</c:v>
                </c:pt>
                <c:pt idx="743">
                  <c:v>0.33542039355992848</c:v>
                </c:pt>
                <c:pt idx="744">
                  <c:v>0.33452593917710194</c:v>
                </c:pt>
                <c:pt idx="745">
                  <c:v>0.33363148479427551</c:v>
                </c:pt>
                <c:pt idx="746">
                  <c:v>0.33273703041144898</c:v>
                </c:pt>
                <c:pt idx="747">
                  <c:v>0.33184257602862255</c:v>
                </c:pt>
                <c:pt idx="748">
                  <c:v>0.33094812164579601</c:v>
                </c:pt>
                <c:pt idx="749">
                  <c:v>0.33005366726296959</c:v>
                </c:pt>
                <c:pt idx="750">
                  <c:v>0.32915921288014316</c:v>
                </c:pt>
                <c:pt idx="751">
                  <c:v>0.32826475849731662</c:v>
                </c:pt>
                <c:pt idx="752">
                  <c:v>0.3273703041144902</c:v>
                </c:pt>
                <c:pt idx="753">
                  <c:v>0.32647584973166366</c:v>
                </c:pt>
                <c:pt idx="754">
                  <c:v>0.32558139534883723</c:v>
                </c:pt>
                <c:pt idx="755">
                  <c:v>0.3246869409660107</c:v>
                </c:pt>
                <c:pt idx="756">
                  <c:v>0.32379248658318427</c:v>
                </c:pt>
                <c:pt idx="757">
                  <c:v>0.32289803220035773</c:v>
                </c:pt>
                <c:pt idx="758">
                  <c:v>0.32200357781753131</c:v>
                </c:pt>
                <c:pt idx="759">
                  <c:v>0.32110912343470488</c:v>
                </c:pt>
                <c:pt idx="760">
                  <c:v>0.32021466905187834</c:v>
                </c:pt>
                <c:pt idx="761">
                  <c:v>0.31932021466905192</c:v>
                </c:pt>
                <c:pt idx="762">
                  <c:v>0.31842576028622538</c:v>
                </c:pt>
                <c:pt idx="763">
                  <c:v>0.31753130590339895</c:v>
                </c:pt>
                <c:pt idx="764">
                  <c:v>0.31663685152057242</c:v>
                </c:pt>
                <c:pt idx="765">
                  <c:v>0.31574239713774599</c:v>
                </c:pt>
                <c:pt idx="766">
                  <c:v>0.31484794275491945</c:v>
                </c:pt>
                <c:pt idx="767">
                  <c:v>0.31395348837209303</c:v>
                </c:pt>
                <c:pt idx="768">
                  <c:v>0.3130590339892666</c:v>
                </c:pt>
                <c:pt idx="769">
                  <c:v>0.31216457960644006</c:v>
                </c:pt>
                <c:pt idx="770">
                  <c:v>0.31127012522361364</c:v>
                </c:pt>
                <c:pt idx="771">
                  <c:v>0.3103756708407871</c:v>
                </c:pt>
                <c:pt idx="772">
                  <c:v>0.30948121645796067</c:v>
                </c:pt>
                <c:pt idx="773">
                  <c:v>0.30858676207513414</c:v>
                </c:pt>
                <c:pt idx="774">
                  <c:v>0.30769230769230771</c:v>
                </c:pt>
                <c:pt idx="775">
                  <c:v>0.30679785330948117</c:v>
                </c:pt>
                <c:pt idx="776">
                  <c:v>0.30590339892665475</c:v>
                </c:pt>
                <c:pt idx="777">
                  <c:v>0.30500894454382832</c:v>
                </c:pt>
                <c:pt idx="778">
                  <c:v>0.30411449016100178</c:v>
                </c:pt>
                <c:pt idx="779">
                  <c:v>0.30322003577817536</c:v>
                </c:pt>
                <c:pt idx="780">
                  <c:v>0.30232558139534882</c:v>
                </c:pt>
                <c:pt idx="781">
                  <c:v>0.30143112701252239</c:v>
                </c:pt>
                <c:pt idx="782">
                  <c:v>0.30053667262969586</c:v>
                </c:pt>
                <c:pt idx="783">
                  <c:v>0.29964221824686943</c:v>
                </c:pt>
                <c:pt idx="784">
                  <c:v>0.29874776386404289</c:v>
                </c:pt>
                <c:pt idx="785">
                  <c:v>0.29785330948121647</c:v>
                </c:pt>
                <c:pt idx="786">
                  <c:v>0.29695885509838993</c:v>
                </c:pt>
                <c:pt idx="787">
                  <c:v>0.2960644007155635</c:v>
                </c:pt>
                <c:pt idx="788">
                  <c:v>0.29516994633273708</c:v>
                </c:pt>
                <c:pt idx="789">
                  <c:v>0.29427549194991054</c:v>
                </c:pt>
                <c:pt idx="790">
                  <c:v>0.29338103756708411</c:v>
                </c:pt>
                <c:pt idx="791">
                  <c:v>0.29248658318425758</c:v>
                </c:pt>
                <c:pt idx="792">
                  <c:v>0.29159212880143115</c:v>
                </c:pt>
                <c:pt idx="793">
                  <c:v>0.29069767441860461</c:v>
                </c:pt>
                <c:pt idx="794">
                  <c:v>0.28980322003577819</c:v>
                </c:pt>
                <c:pt idx="795">
                  <c:v>0.28890876565295165</c:v>
                </c:pt>
                <c:pt idx="796">
                  <c:v>0.28801431127012522</c:v>
                </c:pt>
                <c:pt idx="797">
                  <c:v>0.2871198568872988</c:v>
                </c:pt>
                <c:pt idx="798">
                  <c:v>0.28622540250447226</c:v>
                </c:pt>
                <c:pt idx="799">
                  <c:v>0.28533094812164583</c:v>
                </c:pt>
                <c:pt idx="800">
                  <c:v>0.2844364937388193</c:v>
                </c:pt>
                <c:pt idx="801">
                  <c:v>0.28354203935599287</c:v>
                </c:pt>
                <c:pt idx="802">
                  <c:v>0.28264758497316633</c:v>
                </c:pt>
                <c:pt idx="803">
                  <c:v>0.28175313059033991</c:v>
                </c:pt>
                <c:pt idx="804">
                  <c:v>0.28085867620751337</c:v>
                </c:pt>
                <c:pt idx="805">
                  <c:v>0.27996422182468694</c:v>
                </c:pt>
                <c:pt idx="806">
                  <c:v>0.27906976744186052</c:v>
                </c:pt>
                <c:pt idx="807">
                  <c:v>0.27817531305903398</c:v>
                </c:pt>
                <c:pt idx="808">
                  <c:v>0.27728085867620755</c:v>
                </c:pt>
                <c:pt idx="809">
                  <c:v>0.27638640429338102</c:v>
                </c:pt>
                <c:pt idx="810">
                  <c:v>0.27549194991055459</c:v>
                </c:pt>
                <c:pt idx="811">
                  <c:v>0.27459749552772805</c:v>
                </c:pt>
                <c:pt idx="812">
                  <c:v>0.27370304114490163</c:v>
                </c:pt>
                <c:pt idx="813">
                  <c:v>0.27280858676207509</c:v>
                </c:pt>
                <c:pt idx="814">
                  <c:v>0.27191413237924866</c:v>
                </c:pt>
                <c:pt idx="815">
                  <c:v>0.27101967799642224</c:v>
                </c:pt>
                <c:pt idx="816">
                  <c:v>0.2701252236135957</c:v>
                </c:pt>
                <c:pt idx="817">
                  <c:v>0.26923076923076927</c:v>
                </c:pt>
                <c:pt idx="818">
                  <c:v>0.26833631484794274</c:v>
                </c:pt>
                <c:pt idx="819">
                  <c:v>0.26744186046511631</c:v>
                </c:pt>
                <c:pt idx="820">
                  <c:v>0.26654740608228977</c:v>
                </c:pt>
                <c:pt idx="821">
                  <c:v>0.26565295169946335</c:v>
                </c:pt>
                <c:pt idx="822">
                  <c:v>0.26475849731663681</c:v>
                </c:pt>
                <c:pt idx="823">
                  <c:v>0.26386404293381038</c:v>
                </c:pt>
                <c:pt idx="824">
                  <c:v>0.26296958855098385</c:v>
                </c:pt>
                <c:pt idx="825">
                  <c:v>0.26207513416815742</c:v>
                </c:pt>
                <c:pt idx="826">
                  <c:v>0.26118067978533099</c:v>
                </c:pt>
                <c:pt idx="827">
                  <c:v>0.26028622540250446</c:v>
                </c:pt>
                <c:pt idx="828">
                  <c:v>0.25939177101967803</c:v>
                </c:pt>
                <c:pt idx="829">
                  <c:v>0.25849731663685149</c:v>
                </c:pt>
                <c:pt idx="830">
                  <c:v>0.25760286225402507</c:v>
                </c:pt>
                <c:pt idx="831">
                  <c:v>0.25670840787119853</c:v>
                </c:pt>
                <c:pt idx="832">
                  <c:v>0.2558139534883721</c:v>
                </c:pt>
                <c:pt idx="833">
                  <c:v>0.25491949910554557</c:v>
                </c:pt>
                <c:pt idx="834">
                  <c:v>0.25402504472271914</c:v>
                </c:pt>
                <c:pt idx="835">
                  <c:v>0.25313059033989271</c:v>
                </c:pt>
                <c:pt idx="836">
                  <c:v>0.25223613595706618</c:v>
                </c:pt>
                <c:pt idx="837">
                  <c:v>0.25134168157423975</c:v>
                </c:pt>
                <c:pt idx="838">
                  <c:v>0.25044722719141321</c:v>
                </c:pt>
                <c:pt idx="839">
                  <c:v>0.24955277280858679</c:v>
                </c:pt>
                <c:pt idx="840">
                  <c:v>0.24865831842576025</c:v>
                </c:pt>
                <c:pt idx="841">
                  <c:v>0.24776386404293382</c:v>
                </c:pt>
                <c:pt idx="842">
                  <c:v>0.24686940966010729</c:v>
                </c:pt>
                <c:pt idx="843">
                  <c:v>0.24597495527728086</c:v>
                </c:pt>
                <c:pt idx="844">
                  <c:v>0.24508050089445443</c:v>
                </c:pt>
                <c:pt idx="845">
                  <c:v>0.2441860465116279</c:v>
                </c:pt>
                <c:pt idx="846">
                  <c:v>0.24329159212880147</c:v>
                </c:pt>
                <c:pt idx="847">
                  <c:v>0.24239713774597493</c:v>
                </c:pt>
                <c:pt idx="848">
                  <c:v>0.24150268336314851</c:v>
                </c:pt>
                <c:pt idx="849">
                  <c:v>0.24060822898032197</c:v>
                </c:pt>
                <c:pt idx="850">
                  <c:v>0.23971377459749554</c:v>
                </c:pt>
                <c:pt idx="851">
                  <c:v>0.23881932021466901</c:v>
                </c:pt>
                <c:pt idx="852">
                  <c:v>0.23792486583184258</c:v>
                </c:pt>
                <c:pt idx="853">
                  <c:v>0.23703041144901615</c:v>
                </c:pt>
                <c:pt idx="854">
                  <c:v>0.23613595706618962</c:v>
                </c:pt>
                <c:pt idx="855">
                  <c:v>0.23524150268336319</c:v>
                </c:pt>
                <c:pt idx="856">
                  <c:v>0.23434704830053665</c:v>
                </c:pt>
                <c:pt idx="857">
                  <c:v>0.23345259391771023</c:v>
                </c:pt>
                <c:pt idx="858">
                  <c:v>0.23255813953488369</c:v>
                </c:pt>
                <c:pt idx="859">
                  <c:v>0.23166368515205726</c:v>
                </c:pt>
                <c:pt idx="860">
                  <c:v>0.23076923076923073</c:v>
                </c:pt>
                <c:pt idx="861">
                  <c:v>0.2298747763864043</c:v>
                </c:pt>
                <c:pt idx="862">
                  <c:v>0.22898032200357776</c:v>
                </c:pt>
                <c:pt idx="863">
                  <c:v>0.22808586762075134</c:v>
                </c:pt>
                <c:pt idx="864">
                  <c:v>0.22719141323792491</c:v>
                </c:pt>
                <c:pt idx="865">
                  <c:v>0.22629695885509837</c:v>
                </c:pt>
                <c:pt idx="866">
                  <c:v>0.22540250447227195</c:v>
                </c:pt>
                <c:pt idx="867">
                  <c:v>0.22450805008944541</c:v>
                </c:pt>
                <c:pt idx="868">
                  <c:v>0.22361359570661898</c:v>
                </c:pt>
                <c:pt idx="869">
                  <c:v>0.22271914132379245</c:v>
                </c:pt>
                <c:pt idx="870">
                  <c:v>0.22182468694096602</c:v>
                </c:pt>
                <c:pt idx="871">
                  <c:v>0.22093023255813948</c:v>
                </c:pt>
                <c:pt idx="872">
                  <c:v>0.22003577817531306</c:v>
                </c:pt>
                <c:pt idx="873">
                  <c:v>0.21914132379248663</c:v>
                </c:pt>
                <c:pt idx="874">
                  <c:v>0.21824686940966009</c:v>
                </c:pt>
                <c:pt idx="875">
                  <c:v>0.21735241502683367</c:v>
                </c:pt>
                <c:pt idx="876">
                  <c:v>0.21645796064400713</c:v>
                </c:pt>
                <c:pt idx="877">
                  <c:v>0.2155635062611807</c:v>
                </c:pt>
                <c:pt idx="878">
                  <c:v>0.21466905187835417</c:v>
                </c:pt>
                <c:pt idx="879">
                  <c:v>0.21377459749552774</c:v>
                </c:pt>
                <c:pt idx="880">
                  <c:v>0.2128801431127012</c:v>
                </c:pt>
                <c:pt idx="881">
                  <c:v>0.21198568872987478</c:v>
                </c:pt>
                <c:pt idx="882">
                  <c:v>0.21109123434704835</c:v>
                </c:pt>
                <c:pt idx="883">
                  <c:v>0.21019677996422181</c:v>
                </c:pt>
                <c:pt idx="884">
                  <c:v>0.20930232558139539</c:v>
                </c:pt>
                <c:pt idx="885">
                  <c:v>0.20840787119856885</c:v>
                </c:pt>
                <c:pt idx="886">
                  <c:v>0.20751341681574242</c:v>
                </c:pt>
                <c:pt idx="887">
                  <c:v>0.20661896243291589</c:v>
                </c:pt>
                <c:pt idx="888">
                  <c:v>0.20572450805008946</c:v>
                </c:pt>
                <c:pt idx="889">
                  <c:v>0.20483005366726292</c:v>
                </c:pt>
                <c:pt idx="890">
                  <c:v>0.2039355992844365</c:v>
                </c:pt>
                <c:pt idx="891">
                  <c:v>0.20304114490161007</c:v>
                </c:pt>
                <c:pt idx="892">
                  <c:v>0.20214669051878353</c:v>
                </c:pt>
                <c:pt idx="893">
                  <c:v>0.20125223613595711</c:v>
                </c:pt>
                <c:pt idx="894">
                  <c:v>0.20035778175313057</c:v>
                </c:pt>
                <c:pt idx="895">
                  <c:v>0.19946332737030414</c:v>
                </c:pt>
                <c:pt idx="896">
                  <c:v>0.19856887298747761</c:v>
                </c:pt>
                <c:pt idx="897">
                  <c:v>0.19767441860465118</c:v>
                </c:pt>
                <c:pt idx="898">
                  <c:v>0.19677996422182464</c:v>
                </c:pt>
                <c:pt idx="899">
                  <c:v>0.19588550983899822</c:v>
                </c:pt>
                <c:pt idx="900">
                  <c:v>0.19499105545617168</c:v>
                </c:pt>
                <c:pt idx="901">
                  <c:v>0.19409660107334525</c:v>
                </c:pt>
                <c:pt idx="902">
                  <c:v>0.19320214669051883</c:v>
                </c:pt>
                <c:pt idx="903">
                  <c:v>0.19230769230769229</c:v>
                </c:pt>
                <c:pt idx="904">
                  <c:v>0.19141323792486586</c:v>
                </c:pt>
                <c:pt idx="905">
                  <c:v>0.19051878354203933</c:v>
                </c:pt>
                <c:pt idx="906">
                  <c:v>0.1896243291592129</c:v>
                </c:pt>
                <c:pt idx="907">
                  <c:v>0.18872987477638636</c:v>
                </c:pt>
                <c:pt idx="908">
                  <c:v>0.18783542039355994</c:v>
                </c:pt>
                <c:pt idx="909">
                  <c:v>0.1869409660107334</c:v>
                </c:pt>
                <c:pt idx="910">
                  <c:v>0.18604651162790697</c:v>
                </c:pt>
                <c:pt idx="911">
                  <c:v>0.18515205724508055</c:v>
                </c:pt>
                <c:pt idx="912">
                  <c:v>0.18425760286225401</c:v>
                </c:pt>
                <c:pt idx="913">
                  <c:v>0.18336314847942758</c:v>
                </c:pt>
                <c:pt idx="914">
                  <c:v>0.18246869409660105</c:v>
                </c:pt>
                <c:pt idx="915">
                  <c:v>0.18157423971377462</c:v>
                </c:pt>
                <c:pt idx="916">
                  <c:v>0.18067978533094808</c:v>
                </c:pt>
                <c:pt idx="917">
                  <c:v>0.17978533094812166</c:v>
                </c:pt>
                <c:pt idx="918">
                  <c:v>0.17889087656529512</c:v>
                </c:pt>
                <c:pt idx="919">
                  <c:v>0.17799642218246869</c:v>
                </c:pt>
                <c:pt idx="920">
                  <c:v>0.17710196779964227</c:v>
                </c:pt>
                <c:pt idx="921">
                  <c:v>0.17620751341681573</c:v>
                </c:pt>
                <c:pt idx="922">
                  <c:v>0.1753130590339893</c:v>
                </c:pt>
                <c:pt idx="923">
                  <c:v>0.17441860465116277</c:v>
                </c:pt>
                <c:pt idx="924">
                  <c:v>0.17352415026833634</c:v>
                </c:pt>
                <c:pt idx="925">
                  <c:v>0.1726296958855098</c:v>
                </c:pt>
                <c:pt idx="926">
                  <c:v>0.17173524150268338</c:v>
                </c:pt>
                <c:pt idx="927">
                  <c:v>0.17084078711985684</c:v>
                </c:pt>
                <c:pt idx="928">
                  <c:v>0.16994633273703041</c:v>
                </c:pt>
                <c:pt idx="929">
                  <c:v>0.16905187835420399</c:v>
                </c:pt>
                <c:pt idx="930">
                  <c:v>0.16815742397137745</c:v>
                </c:pt>
                <c:pt idx="931">
                  <c:v>0.16726296958855102</c:v>
                </c:pt>
                <c:pt idx="932">
                  <c:v>0.16636851520572449</c:v>
                </c:pt>
                <c:pt idx="933">
                  <c:v>0.16547406082289806</c:v>
                </c:pt>
                <c:pt idx="934">
                  <c:v>0.16457960644007152</c:v>
                </c:pt>
                <c:pt idx="935">
                  <c:v>0.1636851520572451</c:v>
                </c:pt>
                <c:pt idx="936">
                  <c:v>0.16279069767441856</c:v>
                </c:pt>
                <c:pt idx="937">
                  <c:v>0.16189624329159213</c:v>
                </c:pt>
                <c:pt idx="938">
                  <c:v>0.16100178890876571</c:v>
                </c:pt>
                <c:pt idx="939">
                  <c:v>0.16010733452593917</c:v>
                </c:pt>
                <c:pt idx="940">
                  <c:v>0.15921288014311274</c:v>
                </c:pt>
                <c:pt idx="941">
                  <c:v>0.15831842576028621</c:v>
                </c:pt>
                <c:pt idx="942">
                  <c:v>0.15742397137745978</c:v>
                </c:pt>
                <c:pt idx="943">
                  <c:v>0.15652951699463324</c:v>
                </c:pt>
                <c:pt idx="944">
                  <c:v>0.15563506261180682</c:v>
                </c:pt>
                <c:pt idx="945">
                  <c:v>0.15474060822898028</c:v>
                </c:pt>
                <c:pt idx="946">
                  <c:v>0.15384615384615385</c:v>
                </c:pt>
                <c:pt idx="947">
                  <c:v>0.15295169946332732</c:v>
                </c:pt>
                <c:pt idx="948">
                  <c:v>0.15205724508050089</c:v>
                </c:pt>
                <c:pt idx="949">
                  <c:v>0.15116279069767447</c:v>
                </c:pt>
                <c:pt idx="950">
                  <c:v>0.15026833631484793</c:v>
                </c:pt>
                <c:pt idx="951">
                  <c:v>0.1493738819320215</c:v>
                </c:pt>
                <c:pt idx="952">
                  <c:v>0.14847942754919496</c:v>
                </c:pt>
                <c:pt idx="953">
                  <c:v>0.14758497316636854</c:v>
                </c:pt>
                <c:pt idx="954">
                  <c:v>0.146690518783542</c:v>
                </c:pt>
                <c:pt idx="955">
                  <c:v>0.14579606440071557</c:v>
                </c:pt>
                <c:pt idx="956">
                  <c:v>0.14490161001788904</c:v>
                </c:pt>
                <c:pt idx="957">
                  <c:v>0.14400715563506261</c:v>
                </c:pt>
                <c:pt idx="958">
                  <c:v>0.14311270125223619</c:v>
                </c:pt>
                <c:pt idx="959">
                  <c:v>0.14221824686940965</c:v>
                </c:pt>
                <c:pt idx="960">
                  <c:v>0.14132379248658322</c:v>
                </c:pt>
                <c:pt idx="961">
                  <c:v>0.14042933810375668</c:v>
                </c:pt>
                <c:pt idx="962">
                  <c:v>0.13953488372093026</c:v>
                </c:pt>
                <c:pt idx="963">
                  <c:v>0.13864042933810372</c:v>
                </c:pt>
                <c:pt idx="964">
                  <c:v>0.13774597495527729</c:v>
                </c:pt>
                <c:pt idx="965">
                  <c:v>0.13685152057245076</c:v>
                </c:pt>
                <c:pt idx="966">
                  <c:v>0.13595706618962433</c:v>
                </c:pt>
                <c:pt idx="967">
                  <c:v>0.13506261180679791</c:v>
                </c:pt>
                <c:pt idx="968">
                  <c:v>0.13416815742397137</c:v>
                </c:pt>
                <c:pt idx="969">
                  <c:v>0.13327370304114494</c:v>
                </c:pt>
                <c:pt idx="970">
                  <c:v>0.1323792486583184</c:v>
                </c:pt>
                <c:pt idx="971">
                  <c:v>0.13148479427549198</c:v>
                </c:pt>
                <c:pt idx="972">
                  <c:v>0.13059033989266544</c:v>
                </c:pt>
                <c:pt idx="973">
                  <c:v>0.12969588550983902</c:v>
                </c:pt>
                <c:pt idx="974">
                  <c:v>0.12880143112701248</c:v>
                </c:pt>
                <c:pt idx="975">
                  <c:v>0.12790697674418605</c:v>
                </c:pt>
                <c:pt idx="976">
                  <c:v>0.12701252236135963</c:v>
                </c:pt>
                <c:pt idx="977">
                  <c:v>0.12611806797853309</c:v>
                </c:pt>
                <c:pt idx="978">
                  <c:v>0.12522361359570666</c:v>
                </c:pt>
                <c:pt idx="979">
                  <c:v>0.12432915921288012</c:v>
                </c:pt>
                <c:pt idx="980">
                  <c:v>0.1234347048300537</c:v>
                </c:pt>
                <c:pt idx="981">
                  <c:v>0.12254025044722716</c:v>
                </c:pt>
                <c:pt idx="982">
                  <c:v>0.12164579606440074</c:v>
                </c:pt>
                <c:pt idx="983">
                  <c:v>0.1207513416815742</c:v>
                </c:pt>
                <c:pt idx="984">
                  <c:v>0.11985688729874777</c:v>
                </c:pt>
                <c:pt idx="985">
                  <c:v>0.11896243291592123</c:v>
                </c:pt>
                <c:pt idx="986">
                  <c:v>0.11806797853309481</c:v>
                </c:pt>
                <c:pt idx="987">
                  <c:v>0.11717352415026838</c:v>
                </c:pt>
                <c:pt idx="988">
                  <c:v>0.11627906976744184</c:v>
                </c:pt>
                <c:pt idx="989">
                  <c:v>0.11538461538461542</c:v>
                </c:pt>
                <c:pt idx="990">
                  <c:v>0.11449016100178888</c:v>
                </c:pt>
                <c:pt idx="991">
                  <c:v>0.11359570661896246</c:v>
                </c:pt>
                <c:pt idx="992">
                  <c:v>0.11270125223613592</c:v>
                </c:pt>
                <c:pt idx="993">
                  <c:v>0.11180679785330949</c:v>
                </c:pt>
                <c:pt idx="994">
                  <c:v>0.11091234347048295</c:v>
                </c:pt>
                <c:pt idx="995">
                  <c:v>0.11001788908765653</c:v>
                </c:pt>
                <c:pt idx="996">
                  <c:v>0.1091234347048301</c:v>
                </c:pt>
                <c:pt idx="997">
                  <c:v>0.10822898032200357</c:v>
                </c:pt>
                <c:pt idx="998">
                  <c:v>0.10733452593917714</c:v>
                </c:pt>
                <c:pt idx="999">
                  <c:v>0.1064400715563506</c:v>
                </c:pt>
                <c:pt idx="1000">
                  <c:v>0.10554561717352418</c:v>
                </c:pt>
                <c:pt idx="1001">
                  <c:v>0.10465116279069764</c:v>
                </c:pt>
                <c:pt idx="1002">
                  <c:v>0.10375670840787121</c:v>
                </c:pt>
                <c:pt idx="1003">
                  <c:v>0.10286225402504467</c:v>
                </c:pt>
                <c:pt idx="1004">
                  <c:v>0.10196779964221825</c:v>
                </c:pt>
                <c:pt idx="1005">
                  <c:v>0.10107334525939182</c:v>
                </c:pt>
                <c:pt idx="1006">
                  <c:v>0.10017889087656529</c:v>
                </c:pt>
                <c:pt idx="1007">
                  <c:v>9.9284436493738859E-2</c:v>
                </c:pt>
                <c:pt idx="1008">
                  <c:v>9.8389982110912322E-2</c:v>
                </c:pt>
                <c:pt idx="1009">
                  <c:v>9.7495527728085896E-2</c:v>
                </c:pt>
                <c:pt idx="1010">
                  <c:v>9.6601073345259358E-2</c:v>
                </c:pt>
                <c:pt idx="1011">
                  <c:v>9.5706618962432932E-2</c:v>
                </c:pt>
                <c:pt idx="1012">
                  <c:v>9.4812164579606395E-2</c:v>
                </c:pt>
                <c:pt idx="1013">
                  <c:v>9.3917710196779969E-2</c:v>
                </c:pt>
                <c:pt idx="1014">
                  <c:v>9.3023255813953543E-2</c:v>
                </c:pt>
                <c:pt idx="1015">
                  <c:v>9.2128801431127005E-2</c:v>
                </c:pt>
                <c:pt idx="1016">
                  <c:v>9.1234347048300579E-2</c:v>
                </c:pt>
                <c:pt idx="1017">
                  <c:v>9.0339892665474042E-2</c:v>
                </c:pt>
                <c:pt idx="1018">
                  <c:v>8.9445438282647616E-2</c:v>
                </c:pt>
                <c:pt idx="1019">
                  <c:v>8.8550983899821079E-2</c:v>
                </c:pt>
                <c:pt idx="1020">
                  <c:v>8.7656529516994652E-2</c:v>
                </c:pt>
                <c:pt idx="1021">
                  <c:v>8.6762075134168115E-2</c:v>
                </c:pt>
                <c:pt idx="1022">
                  <c:v>8.5867620751341689E-2</c:v>
                </c:pt>
                <c:pt idx="1023">
                  <c:v>8.4973166368515152E-2</c:v>
                </c:pt>
                <c:pt idx="1024">
                  <c:v>8.4078711985688726E-2</c:v>
                </c:pt>
                <c:pt idx="1025">
                  <c:v>8.3184257602862299E-2</c:v>
                </c:pt>
                <c:pt idx="1026">
                  <c:v>8.2289803220035762E-2</c:v>
                </c:pt>
                <c:pt idx="1027">
                  <c:v>8.1395348837209336E-2</c:v>
                </c:pt>
                <c:pt idx="1028">
                  <c:v>8.0500894454382799E-2</c:v>
                </c:pt>
                <c:pt idx="1029">
                  <c:v>7.9606440071556372E-2</c:v>
                </c:pt>
                <c:pt idx="1030">
                  <c:v>7.8711985688729835E-2</c:v>
                </c:pt>
                <c:pt idx="1031">
                  <c:v>7.7817531305903409E-2</c:v>
                </c:pt>
                <c:pt idx="1032">
                  <c:v>7.6923076923076872E-2</c:v>
                </c:pt>
                <c:pt idx="1033">
                  <c:v>7.6028622540250446E-2</c:v>
                </c:pt>
                <c:pt idx="1034">
                  <c:v>7.5134168157424019E-2</c:v>
                </c:pt>
                <c:pt idx="1035">
                  <c:v>7.4239713774597482E-2</c:v>
                </c:pt>
                <c:pt idx="1036">
                  <c:v>7.3345259391771056E-2</c:v>
                </c:pt>
                <c:pt idx="1037">
                  <c:v>7.2450805008944519E-2</c:v>
                </c:pt>
                <c:pt idx="1038">
                  <c:v>7.1556350626118093E-2</c:v>
                </c:pt>
                <c:pt idx="1039">
                  <c:v>7.0661896243291555E-2</c:v>
                </c:pt>
                <c:pt idx="1040">
                  <c:v>6.9767441860465129E-2</c:v>
                </c:pt>
                <c:pt idx="1041">
                  <c:v>6.8872987477638592E-2</c:v>
                </c:pt>
                <c:pt idx="1042">
                  <c:v>6.7978533094812166E-2</c:v>
                </c:pt>
                <c:pt idx="1043">
                  <c:v>6.708407871198574E-2</c:v>
                </c:pt>
                <c:pt idx="1044">
                  <c:v>6.6189624329159202E-2</c:v>
                </c:pt>
                <c:pt idx="1045">
                  <c:v>6.5295169946332776E-2</c:v>
                </c:pt>
                <c:pt idx="1046">
                  <c:v>6.4400715563506239E-2</c:v>
                </c:pt>
                <c:pt idx="1047">
                  <c:v>6.3506261180679813E-2</c:v>
                </c:pt>
                <c:pt idx="1048">
                  <c:v>6.2611806797853276E-2</c:v>
                </c:pt>
                <c:pt idx="1049">
                  <c:v>6.1717352415026849E-2</c:v>
                </c:pt>
                <c:pt idx="1050">
                  <c:v>6.0822898032200312E-2</c:v>
                </c:pt>
                <c:pt idx="1051">
                  <c:v>5.9928443649373886E-2</c:v>
                </c:pt>
                <c:pt idx="1052">
                  <c:v>5.903398926654746E-2</c:v>
                </c:pt>
                <c:pt idx="1053">
                  <c:v>5.8139534883720922E-2</c:v>
                </c:pt>
                <c:pt idx="1054">
                  <c:v>5.7245080500894496E-2</c:v>
                </c:pt>
                <c:pt idx="1055">
                  <c:v>5.6350626118067959E-2</c:v>
                </c:pt>
                <c:pt idx="1056">
                  <c:v>5.5456171735241533E-2</c:v>
                </c:pt>
                <c:pt idx="1057">
                  <c:v>5.4561717352414996E-2</c:v>
                </c:pt>
                <c:pt idx="1058">
                  <c:v>5.3667262969588569E-2</c:v>
                </c:pt>
                <c:pt idx="1059">
                  <c:v>5.2772808586762032E-2</c:v>
                </c:pt>
                <c:pt idx="1060">
                  <c:v>5.1878354203935606E-2</c:v>
                </c:pt>
                <c:pt idx="1061">
                  <c:v>5.0983899821109069E-2</c:v>
                </c:pt>
                <c:pt idx="1062">
                  <c:v>5.0089445438282643E-2</c:v>
                </c:pt>
                <c:pt idx="1063">
                  <c:v>4.9194991055456216E-2</c:v>
                </c:pt>
                <c:pt idx="1064">
                  <c:v>4.8300536672629679E-2</c:v>
                </c:pt>
                <c:pt idx="1065">
                  <c:v>4.7406082289803253E-2</c:v>
                </c:pt>
                <c:pt idx="1066">
                  <c:v>4.6511627906976716E-2</c:v>
                </c:pt>
                <c:pt idx="1067">
                  <c:v>4.561717352415029E-2</c:v>
                </c:pt>
                <c:pt idx="1068">
                  <c:v>4.4722719141323752E-2</c:v>
                </c:pt>
                <c:pt idx="1069">
                  <c:v>4.3828264758497326E-2</c:v>
                </c:pt>
                <c:pt idx="1070">
                  <c:v>4.2933810375670789E-2</c:v>
                </c:pt>
                <c:pt idx="1071">
                  <c:v>4.2039355992844363E-2</c:v>
                </c:pt>
                <c:pt idx="1072">
                  <c:v>4.1144901610017937E-2</c:v>
                </c:pt>
                <c:pt idx="1073">
                  <c:v>4.0250447227191399E-2</c:v>
                </c:pt>
                <c:pt idx="1074">
                  <c:v>3.9355992844364973E-2</c:v>
                </c:pt>
                <c:pt idx="1075">
                  <c:v>3.8461538461538436E-2</c:v>
                </c:pt>
                <c:pt idx="1076">
                  <c:v>3.756708407871201E-2</c:v>
                </c:pt>
                <c:pt idx="1077">
                  <c:v>3.6672629695885473E-2</c:v>
                </c:pt>
                <c:pt idx="1078">
                  <c:v>3.5778175313059046E-2</c:v>
                </c:pt>
                <c:pt idx="1079">
                  <c:v>3.4883720930232509E-2</c:v>
                </c:pt>
                <c:pt idx="1080">
                  <c:v>3.3989266547406083E-2</c:v>
                </c:pt>
                <c:pt idx="1081">
                  <c:v>3.3094812164579657E-2</c:v>
                </c:pt>
                <c:pt idx="1082">
                  <c:v>3.2200357781753119E-2</c:v>
                </c:pt>
                <c:pt idx="1083">
                  <c:v>3.1305903398926693E-2</c:v>
                </c:pt>
                <c:pt idx="1084">
                  <c:v>3.0411449016100156E-2</c:v>
                </c:pt>
                <c:pt idx="1085">
                  <c:v>2.951699463327373E-2</c:v>
                </c:pt>
                <c:pt idx="1086">
                  <c:v>2.8622540250447193E-2</c:v>
                </c:pt>
                <c:pt idx="1087">
                  <c:v>2.7728085867620766E-2</c:v>
                </c:pt>
                <c:pt idx="1088">
                  <c:v>2.6833631484794229E-2</c:v>
                </c:pt>
                <c:pt idx="1089">
                  <c:v>2.5939177101967803E-2</c:v>
                </c:pt>
                <c:pt idx="1090">
                  <c:v>2.5044722719141377E-2</c:v>
                </c:pt>
                <c:pt idx="1091">
                  <c:v>2.415026833631484E-2</c:v>
                </c:pt>
                <c:pt idx="1092">
                  <c:v>2.3255813953488413E-2</c:v>
                </c:pt>
                <c:pt idx="1093">
                  <c:v>2.2361359570661876E-2</c:v>
                </c:pt>
                <c:pt idx="1094">
                  <c:v>2.146690518783545E-2</c:v>
                </c:pt>
                <c:pt idx="1095">
                  <c:v>2.0572450805008913E-2</c:v>
                </c:pt>
                <c:pt idx="1096">
                  <c:v>1.9677996422182487E-2</c:v>
                </c:pt>
                <c:pt idx="1097">
                  <c:v>1.8783542039355949E-2</c:v>
                </c:pt>
                <c:pt idx="1098">
                  <c:v>1.7889087656529523E-2</c:v>
                </c:pt>
                <c:pt idx="1099">
                  <c:v>1.6994633273702986E-2</c:v>
                </c:pt>
                <c:pt idx="1100">
                  <c:v>1.610017889087656E-2</c:v>
                </c:pt>
                <c:pt idx="1101">
                  <c:v>1.5205724508050134E-2</c:v>
                </c:pt>
                <c:pt idx="1102">
                  <c:v>1.4311270125223596E-2</c:v>
                </c:pt>
                <c:pt idx="1103">
                  <c:v>1.341681574239717E-2</c:v>
                </c:pt>
                <c:pt idx="1104">
                  <c:v>1.2522361359570633E-2</c:v>
                </c:pt>
                <c:pt idx="1105">
                  <c:v>1.1627906976744207E-2</c:v>
                </c:pt>
                <c:pt idx="1106">
                  <c:v>1.0733452593917669E-2</c:v>
                </c:pt>
                <c:pt idx="1107">
                  <c:v>9.8389982110912433E-3</c:v>
                </c:pt>
                <c:pt idx="1108">
                  <c:v>8.9445438282647061E-3</c:v>
                </c:pt>
                <c:pt idx="1109">
                  <c:v>8.0500894454382799E-3</c:v>
                </c:pt>
                <c:pt idx="1110">
                  <c:v>7.1556350626118537E-3</c:v>
                </c:pt>
                <c:pt idx="1111">
                  <c:v>6.2611806797853164E-3</c:v>
                </c:pt>
                <c:pt idx="1112">
                  <c:v>5.3667262969588903E-3</c:v>
                </c:pt>
                <c:pt idx="1113">
                  <c:v>4.472271914132353E-3</c:v>
                </c:pt>
                <c:pt idx="1114">
                  <c:v>3.5778175313059268E-3</c:v>
                </c:pt>
                <c:pt idx="1115">
                  <c:v>2.6833631484793896E-3</c:v>
                </c:pt>
                <c:pt idx="1116">
                  <c:v>1.7889087656529634E-3</c:v>
                </c:pt>
                <c:pt idx="1117">
                  <c:v>8.944543828264262E-4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9D1-46F5-A47F-B2592D8884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80123080"/>
        <c:axId val="680124880"/>
      </c:scatterChart>
      <c:valAx>
        <c:axId val="680123080"/>
        <c:scaling>
          <c:orientation val="minMax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680124880"/>
        <c:crosses val="autoZero"/>
        <c:crossBetween val="midCat"/>
      </c:valAx>
      <c:valAx>
        <c:axId val="680124880"/>
        <c:scaling>
          <c:orientation val="minMax"/>
          <c:max val="1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680123080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full_web!$I$2:$I$1395</cx:f>
        <cx:lvl ptCount="1394" formatCode="General">
          <cx:pt idx="0">0</cx:pt>
          <cx:pt idx="1">0</cx:pt>
          <cx:pt idx="2">0</cx:pt>
          <cx:pt idx="3">0</cx:pt>
          <cx:pt idx="4">0</cx:pt>
          <cx:pt idx="5">0</cx:pt>
          <cx:pt idx="6">0</cx:pt>
          <cx:pt idx="7">0</cx:pt>
          <cx:pt idx="8">0</cx:pt>
          <cx:pt idx="9">0</cx:pt>
          <cx:pt idx="10">0</cx:pt>
          <cx:pt idx="11">0</cx:pt>
          <cx:pt idx="12">0</cx:pt>
          <cx:pt idx="13">0</cx:pt>
          <cx:pt idx="14">0</cx:pt>
          <cx:pt idx="15">0</cx:pt>
          <cx:pt idx="16">0</cx:pt>
          <cx:pt idx="17">0</cx:pt>
          <cx:pt idx="18">0</cx:pt>
          <cx:pt idx="19">0</cx:pt>
          <cx:pt idx="20">0</cx:pt>
          <cx:pt idx="21">0</cx:pt>
          <cx:pt idx="22">0</cx:pt>
          <cx:pt idx="23">0</cx:pt>
          <cx:pt idx="24">0</cx:pt>
          <cx:pt idx="25">0</cx:pt>
          <cx:pt idx="26">2</cx:pt>
          <cx:pt idx="27">1</cx:pt>
          <cx:pt idx="28">2</cx:pt>
          <cx:pt idx="29">1</cx:pt>
          <cx:pt idx="30">1</cx:pt>
          <cx:pt idx="31">1</cx:pt>
          <cx:pt idx="32">2</cx:pt>
          <cx:pt idx="33">1</cx:pt>
          <cx:pt idx="34">1</cx:pt>
          <cx:pt idx="35">2</cx:pt>
          <cx:pt idx="36">1</cx:pt>
          <cx:pt idx="37">1</cx:pt>
          <cx:pt idx="38">1</cx:pt>
          <cx:pt idx="39">2</cx:pt>
          <cx:pt idx="40">1</cx:pt>
          <cx:pt idx="41">2</cx:pt>
          <cx:pt idx="42">1</cx:pt>
          <cx:pt idx="43">1</cx:pt>
          <cx:pt idx="44">1</cx:pt>
          <cx:pt idx="45">1</cx:pt>
          <cx:pt idx="46">2</cx:pt>
          <cx:pt idx="47">1</cx:pt>
          <cx:pt idx="48">1</cx:pt>
          <cx:pt idx="49">2</cx:pt>
          <cx:pt idx="50">2</cx:pt>
          <cx:pt idx="51">1</cx:pt>
          <cx:pt idx="52">1</cx:pt>
          <cx:pt idx="53">1</cx:pt>
          <cx:pt idx="54">1</cx:pt>
          <cx:pt idx="55">1</cx:pt>
          <cx:pt idx="56">2</cx:pt>
          <cx:pt idx="57">2</cx:pt>
          <cx:pt idx="58">2</cx:pt>
          <cx:pt idx="59">2</cx:pt>
          <cx:pt idx="60">2</cx:pt>
          <cx:pt idx="61">2</cx:pt>
          <cx:pt idx="62">1</cx:pt>
          <cx:pt idx="63">2</cx:pt>
          <cx:pt idx="64">1</cx:pt>
          <cx:pt idx="65">2</cx:pt>
          <cx:pt idx="66">1</cx:pt>
          <cx:pt idx="67">2</cx:pt>
          <cx:pt idx="68">2</cx:pt>
          <cx:pt idx="69">2</cx:pt>
          <cx:pt idx="70">1</cx:pt>
          <cx:pt idx="71">2</cx:pt>
          <cx:pt idx="72">2</cx:pt>
          <cx:pt idx="73">1</cx:pt>
          <cx:pt idx="74">2</cx:pt>
          <cx:pt idx="75">1</cx:pt>
          <cx:pt idx="76">1</cx:pt>
          <cx:pt idx="77">1</cx:pt>
          <cx:pt idx="78">2</cx:pt>
          <cx:pt idx="79">1</cx:pt>
          <cx:pt idx="80">1</cx:pt>
          <cx:pt idx="81">2</cx:pt>
          <cx:pt idx="82">1</cx:pt>
          <cx:pt idx="83">2</cx:pt>
          <cx:pt idx="84">1</cx:pt>
          <cx:pt idx="85">2</cx:pt>
          <cx:pt idx="86">2</cx:pt>
          <cx:pt idx="87">1</cx:pt>
          <cx:pt idx="88">1</cx:pt>
          <cx:pt idx="89">2</cx:pt>
          <cx:pt idx="90">2</cx:pt>
          <cx:pt idx="91">1</cx:pt>
          <cx:pt idx="92">1</cx:pt>
          <cx:pt idx="93">1</cx:pt>
          <cx:pt idx="94">2</cx:pt>
          <cx:pt idx="95">2</cx:pt>
          <cx:pt idx="96">2</cx:pt>
          <cx:pt idx="97">2</cx:pt>
          <cx:pt idx="98">2</cx:pt>
          <cx:pt idx="99">2</cx:pt>
          <cx:pt idx="100">2</cx:pt>
          <cx:pt idx="101">2</cx:pt>
          <cx:pt idx="102">2</cx:pt>
          <cx:pt idx="103">1</cx:pt>
          <cx:pt idx="104">2</cx:pt>
          <cx:pt idx="105">1</cx:pt>
          <cx:pt idx="106">2</cx:pt>
          <cx:pt idx="107">1</cx:pt>
          <cx:pt idx="108">1</cx:pt>
          <cx:pt idx="109">1</cx:pt>
          <cx:pt idx="110">1</cx:pt>
          <cx:pt idx="111">2</cx:pt>
          <cx:pt idx="112">1</cx:pt>
          <cx:pt idx="113">1</cx:pt>
          <cx:pt idx="114">2</cx:pt>
          <cx:pt idx="115">1</cx:pt>
          <cx:pt idx="116">1</cx:pt>
          <cx:pt idx="117">2</cx:pt>
          <cx:pt idx="118">1</cx:pt>
          <cx:pt idx="119">2</cx:pt>
          <cx:pt idx="120">1</cx:pt>
          <cx:pt idx="121">1</cx:pt>
          <cx:pt idx="122">2</cx:pt>
          <cx:pt idx="123">2</cx:pt>
          <cx:pt idx="124">2</cx:pt>
          <cx:pt idx="125">1</cx:pt>
          <cx:pt idx="126">2</cx:pt>
          <cx:pt idx="127">1</cx:pt>
          <cx:pt idx="128">2</cx:pt>
          <cx:pt idx="129">2</cx:pt>
          <cx:pt idx="130">1</cx:pt>
          <cx:pt idx="131">2</cx:pt>
          <cx:pt idx="132">1</cx:pt>
          <cx:pt idx="133">2</cx:pt>
          <cx:pt idx="134">2</cx:pt>
          <cx:pt idx="135">2</cx:pt>
          <cx:pt idx="136">2</cx:pt>
          <cx:pt idx="137">2</cx:pt>
          <cx:pt idx="138">2</cx:pt>
          <cx:pt idx="139">1</cx:pt>
          <cx:pt idx="140">2</cx:pt>
          <cx:pt idx="141">1</cx:pt>
          <cx:pt idx="142">2</cx:pt>
          <cx:pt idx="143">1</cx:pt>
          <cx:pt idx="144">2</cx:pt>
          <cx:pt idx="145">1</cx:pt>
          <cx:pt idx="146">2</cx:pt>
          <cx:pt idx="147">2</cx:pt>
          <cx:pt idx="148">1</cx:pt>
          <cx:pt idx="149">1</cx:pt>
          <cx:pt idx="150">2</cx:pt>
          <cx:pt idx="151">2</cx:pt>
          <cx:pt idx="152">2</cx:pt>
          <cx:pt idx="153">2</cx:pt>
          <cx:pt idx="154">1</cx:pt>
          <cx:pt idx="155">2</cx:pt>
          <cx:pt idx="156">2</cx:pt>
          <cx:pt idx="157">1</cx:pt>
          <cx:pt idx="158">1</cx:pt>
          <cx:pt idx="159">1</cx:pt>
          <cx:pt idx="160">2</cx:pt>
          <cx:pt idx="161">2</cx:pt>
          <cx:pt idx="162">2</cx:pt>
          <cx:pt idx="163">2</cx:pt>
          <cx:pt idx="164">2</cx:pt>
          <cx:pt idx="165">1</cx:pt>
          <cx:pt idx="166">1</cx:pt>
          <cx:pt idx="167">1</cx:pt>
          <cx:pt idx="168">2</cx:pt>
          <cx:pt idx="169">7</cx:pt>
          <cx:pt idx="170">5</cx:pt>
          <cx:pt idx="171">0</cx:pt>
          <cx:pt idx="172">3</cx:pt>
          <cx:pt idx="173">1</cx:pt>
          <cx:pt idx="174">5</cx:pt>
          <cx:pt idx="175">10</cx:pt>
          <cx:pt idx="176">6</cx:pt>
          <cx:pt idx="177">7</cx:pt>
          <cx:pt idx="178">1</cx:pt>
          <cx:pt idx="179">0</cx:pt>
          <cx:pt idx="180">9</cx:pt>
          <cx:pt idx="181">1</cx:pt>
          <cx:pt idx="182">4</cx:pt>
          <cx:pt idx="183">9</cx:pt>
          <cx:pt idx="184">7</cx:pt>
          <cx:pt idx="185">6</cx:pt>
          <cx:pt idx="186">7</cx:pt>
          <cx:pt idx="187">8</cx:pt>
          <cx:pt idx="188">5</cx:pt>
          <cx:pt idx="189">1</cx:pt>
          <cx:pt idx="190">4</cx:pt>
          <cx:pt idx="191">6</cx:pt>
          <cx:pt idx="192">7</cx:pt>
          <cx:pt idx="193">3</cx:pt>
          <cx:pt idx="194">6</cx:pt>
          <cx:pt idx="195">1</cx:pt>
          <cx:pt idx="196">6</cx:pt>
          <cx:pt idx="197">6</cx:pt>
          <cx:pt idx="198">10</cx:pt>
          <cx:pt idx="199">1</cx:pt>
          <cx:pt idx="200">5</cx:pt>
          <cx:pt idx="201">5</cx:pt>
          <cx:pt idx="202">4</cx:pt>
          <cx:pt idx="203">8</cx:pt>
          <cx:pt idx="204">9</cx:pt>
          <cx:pt idx="205">5</cx:pt>
          <cx:pt idx="206">0</cx:pt>
          <cx:pt idx="207">6</cx:pt>
          <cx:pt idx="208">3</cx:pt>
          <cx:pt idx="209">7</cx:pt>
          <cx:pt idx="210">6</cx:pt>
          <cx:pt idx="211">6</cx:pt>
          <cx:pt idx="212">10</cx:pt>
          <cx:pt idx="213">7</cx:pt>
          <cx:pt idx="214">10</cx:pt>
          <cx:pt idx="215">6</cx:pt>
          <cx:pt idx="216">2</cx:pt>
          <cx:pt idx="217">6</cx:pt>
          <cx:pt idx="218">0</cx:pt>
          <cx:pt idx="219">8</cx:pt>
          <cx:pt idx="220">3</cx:pt>
          <cx:pt idx="221">4</cx:pt>
          <cx:pt idx="222">3</cx:pt>
          <cx:pt idx="223">5</cx:pt>
          <cx:pt idx="224">0</cx:pt>
          <cx:pt idx="225">14</cx:pt>
          <cx:pt idx="226">6</cx:pt>
          <cx:pt idx="227">5</cx:pt>
          <cx:pt idx="228">0</cx:pt>
          <cx:pt idx="229">3</cx:pt>
          <cx:pt idx="230">8</cx:pt>
          <cx:pt idx="231">8</cx:pt>
          <cx:pt idx="232">4</cx:pt>
          <cx:pt idx="233">1</cx:pt>
          <cx:pt idx="234">3</cx:pt>
          <cx:pt idx="235">9</cx:pt>
          <cx:pt idx="236">7</cx:pt>
          <cx:pt idx="237">8</cx:pt>
          <cx:pt idx="238">6</cx:pt>
          <cx:pt idx="239">10</cx:pt>
          <cx:pt idx="240">4</cx:pt>
          <cx:pt idx="241">6</cx:pt>
          <cx:pt idx="242">5</cx:pt>
          <cx:pt idx="243">8</cx:pt>
          <cx:pt idx="244">10</cx:pt>
          <cx:pt idx="245">4</cx:pt>
          <cx:pt idx="246">5</cx:pt>
          <cx:pt idx="247">9</cx:pt>
          <cx:pt idx="248">9</cx:pt>
          <cx:pt idx="249">15</cx:pt>
          <cx:pt idx="250">2</cx:pt>
          <cx:pt idx="251">5</cx:pt>
          <cx:pt idx="252">7</cx:pt>
          <cx:pt idx="253">4</cx:pt>
          <cx:pt idx="254">0</cx:pt>
          <cx:pt idx="255">9</cx:pt>
          <cx:pt idx="256">4</cx:pt>
          <cx:pt idx="257">5</cx:pt>
          <cx:pt idx="258">7</cx:pt>
          <cx:pt idx="259">6</cx:pt>
          <cx:pt idx="260">5</cx:pt>
          <cx:pt idx="261">8</cx:pt>
          <cx:pt idx="262">4</cx:pt>
          <cx:pt idx="263">9</cx:pt>
          <cx:pt idx="264">8</cx:pt>
          <cx:pt idx="265">9</cx:pt>
          <cx:pt idx="266">8</cx:pt>
          <cx:pt idx="267">7</cx:pt>
          <cx:pt idx="268">4</cx:pt>
          <cx:pt idx="269">9</cx:pt>
          <cx:pt idx="270">7</cx:pt>
          <cx:pt idx="271">4</cx:pt>
          <cx:pt idx="272">7</cx:pt>
          <cx:pt idx="273">12</cx:pt>
          <cx:pt idx="274">3</cx:pt>
          <cx:pt idx="275">2</cx:pt>
          <cx:pt idx="276">6</cx:pt>
          <cx:pt idx="277">8</cx:pt>
          <cx:pt idx="278">8</cx:pt>
          <cx:pt idx="279">8</cx:pt>
          <cx:pt idx="280">1</cx:pt>
          <cx:pt idx="281">2</cx:pt>
          <cx:pt idx="282">10</cx:pt>
          <cx:pt idx="283">5</cx:pt>
          <cx:pt idx="284">4</cx:pt>
          <cx:pt idx="285">3</cx:pt>
          <cx:pt idx="286">0</cx:pt>
          <cx:pt idx="287">6</cx:pt>
          <cx:pt idx="288">10</cx:pt>
          <cx:pt idx="289">3</cx:pt>
          <cx:pt idx="290">3</cx:pt>
          <cx:pt idx="291">2</cx:pt>
          <cx:pt idx="292">6</cx:pt>
          <cx:pt idx="293">4</cx:pt>
          <cx:pt idx="294">6</cx:pt>
          <cx:pt idx="295">10</cx:pt>
          <cx:pt idx="296">5</cx:pt>
          <cx:pt idx="297">2</cx:pt>
          <cx:pt idx="298">5</cx:pt>
          <cx:pt idx="299">9</cx:pt>
          <cx:pt idx="300">7</cx:pt>
          <cx:pt idx="301">2</cx:pt>
          <cx:pt idx="302">1</cx:pt>
          <cx:pt idx="303">9</cx:pt>
          <cx:pt idx="304">2</cx:pt>
          <cx:pt idx="305">5</cx:pt>
          <cx:pt idx="306">10</cx:pt>
          <cx:pt idx="307">5</cx:pt>
          <cx:pt idx="308">1</cx:pt>
          <cx:pt idx="309">2</cx:pt>
          <cx:pt idx="310">6</cx:pt>
          <cx:pt idx="311">1</cx:pt>
          <cx:pt idx="312">2</cx:pt>
          <cx:pt idx="313">8</cx:pt>
          <cx:pt idx="314">7</cx:pt>
          <cx:pt idx="315">1</cx:pt>
          <cx:pt idx="316">5</cx:pt>
          <cx:pt idx="317">6</cx:pt>
          <cx:pt idx="318">10</cx:pt>
          <cx:pt idx="319">9</cx:pt>
          <cx:pt idx="320">1</cx:pt>
          <cx:pt idx="321">5</cx:pt>
          <cx:pt idx="322">8</cx:pt>
          <cx:pt idx="323">4</cx:pt>
          <cx:pt idx="324">4</cx:pt>
          <cx:pt idx="325">3</cx:pt>
          <cx:pt idx="326">1</cx:pt>
          <cx:pt idx="327">1</cx:pt>
          <cx:pt idx="328">7</cx:pt>
          <cx:pt idx="329">6</cx:pt>
          <cx:pt idx="330">7</cx:pt>
          <cx:pt idx="331">6</cx:pt>
          <cx:pt idx="332">8</cx:pt>
          <cx:pt idx="333">9</cx:pt>
          <cx:pt idx="334">7</cx:pt>
          <cx:pt idx="335">2</cx:pt>
          <cx:pt idx="336">3</cx:pt>
          <cx:pt idx="337">14</cx:pt>
          <cx:pt idx="338">2</cx:pt>
          <cx:pt idx="339">8</cx:pt>
          <cx:pt idx="340">3</cx:pt>
          <cx:pt idx="341">5</cx:pt>
          <cx:pt idx="342">1</cx:pt>
          <cx:pt idx="343">8</cx:pt>
          <cx:pt idx="344">8</cx:pt>
          <cx:pt idx="345">3</cx:pt>
          <cx:pt idx="346">9</cx:pt>
          <cx:pt idx="347">4</cx:pt>
          <cx:pt idx="348">0</cx:pt>
          <cx:pt idx="349">5</cx:pt>
          <cx:pt idx="350">3</cx:pt>
          <cx:pt idx="351">10</cx:pt>
          <cx:pt idx="352">8</cx:pt>
          <cx:pt idx="353">4</cx:pt>
          <cx:pt idx="354">9</cx:pt>
          <cx:pt idx="355">3</cx:pt>
          <cx:pt idx="356">2</cx:pt>
          <cx:pt idx="357">2</cx:pt>
          <cx:pt idx="358">4</cx:pt>
          <cx:pt idx="359">1</cx:pt>
          <cx:pt idx="360">4</cx:pt>
          <cx:pt idx="361">6</cx:pt>
          <cx:pt idx="362">1</cx:pt>
          <cx:pt idx="363">9</cx:pt>
          <cx:pt idx="364">0</cx:pt>
          <cx:pt idx="365">6</cx:pt>
          <cx:pt idx="366">5</cx:pt>
          <cx:pt idx="367">9</cx:pt>
          <cx:pt idx="368">8</cx:pt>
          <cx:pt idx="369">5</cx:pt>
          <cx:pt idx="370">8</cx:pt>
          <cx:pt idx="371">9</cx:pt>
          <cx:pt idx="372">7</cx:pt>
          <cx:pt idx="373">9</cx:pt>
          <cx:pt idx="374">6</cx:pt>
          <cx:pt idx="375">8</cx:pt>
          <cx:pt idx="376">9</cx:pt>
          <cx:pt idx="377">6</cx:pt>
          <cx:pt idx="378">5</cx:pt>
          <cx:pt idx="379">2</cx:pt>
          <cx:pt idx="380">2</cx:pt>
          <cx:pt idx="381">1</cx:pt>
          <cx:pt idx="382">3</cx:pt>
          <cx:pt idx="383">5</cx:pt>
          <cx:pt idx="384">4</cx:pt>
          <cx:pt idx="385">3</cx:pt>
          <cx:pt idx="386">3</cx:pt>
          <cx:pt idx="387">4</cx:pt>
          <cx:pt idx="388">2</cx:pt>
          <cx:pt idx="389">11</cx:pt>
          <cx:pt idx="390">6</cx:pt>
          <cx:pt idx="391">8</cx:pt>
          <cx:pt idx="392">1</cx:pt>
          <cx:pt idx="393">6</cx:pt>
          <cx:pt idx="394">1</cx:pt>
          <cx:pt idx="395">5</cx:pt>
          <cx:pt idx="396">7</cx:pt>
          <cx:pt idx="397">11</cx:pt>
          <cx:pt idx="398">8</cx:pt>
          <cx:pt idx="399">3</cx:pt>
          <cx:pt idx="400">0</cx:pt>
          <cx:pt idx="401">5</cx:pt>
          <cx:pt idx="402">7</cx:pt>
          <cx:pt idx="403">5</cx:pt>
          <cx:pt idx="404">2</cx:pt>
          <cx:pt idx="405">9</cx:pt>
          <cx:pt idx="406">2</cx:pt>
          <cx:pt idx="407">7</cx:pt>
          <cx:pt idx="408">2</cx:pt>
          <cx:pt idx="409">3</cx:pt>
          <cx:pt idx="410">6</cx:pt>
          <cx:pt idx="411">3</cx:pt>
          <cx:pt idx="412">0</cx:pt>
          <cx:pt idx="413">6</cx:pt>
          <cx:pt idx="414">7</cx:pt>
          <cx:pt idx="415">5</cx:pt>
          <cx:pt idx="416">10</cx:pt>
          <cx:pt idx="417">13</cx:pt>
          <cx:pt idx="418">8</cx:pt>
          <cx:pt idx="419">6</cx:pt>
          <cx:pt idx="420">7</cx:pt>
          <cx:pt idx="421">5</cx:pt>
          <cx:pt idx="422">5</cx:pt>
          <cx:pt idx="423">6</cx:pt>
          <cx:pt idx="424">0</cx:pt>
          <cx:pt idx="425">8</cx:pt>
          <cx:pt idx="426">7</cx:pt>
          <cx:pt idx="427">2</cx:pt>
          <cx:pt idx="428">4</cx:pt>
          <cx:pt idx="429">5</cx:pt>
          <cx:pt idx="430">7</cx:pt>
          <cx:pt idx="431">0</cx:pt>
          <cx:pt idx="432">8</cx:pt>
          <cx:pt idx="433">8</cx:pt>
          <cx:pt idx="434">1</cx:pt>
          <cx:pt idx="435">1</cx:pt>
          <cx:pt idx="436">0</cx:pt>
          <cx:pt idx="437">7</cx:pt>
          <cx:pt idx="438">1</cx:pt>
          <cx:pt idx="439">8</cx:pt>
          <cx:pt idx="440">0</cx:pt>
          <cx:pt idx="441">8</cx:pt>
          <cx:pt idx="442">4</cx:pt>
          <cx:pt idx="443">7</cx:pt>
          <cx:pt idx="444">3</cx:pt>
          <cx:pt idx="445">8</cx:pt>
          <cx:pt idx="446">0</cx:pt>
          <cx:pt idx="447">8</cx:pt>
          <cx:pt idx="448">4</cx:pt>
          <cx:pt idx="449">4</cx:pt>
          <cx:pt idx="450">1</cx:pt>
          <cx:pt idx="451">9</cx:pt>
          <cx:pt idx="452">3</cx:pt>
          <cx:pt idx="453">9</cx:pt>
          <cx:pt idx="454">1</cx:pt>
          <cx:pt idx="455">8</cx:pt>
          <cx:pt idx="456">8</cx:pt>
          <cx:pt idx="457">3</cx:pt>
          <cx:pt idx="458">9</cx:pt>
          <cx:pt idx="459">7</cx:pt>
          <cx:pt idx="460">8</cx:pt>
          <cx:pt idx="461">9</cx:pt>
          <cx:pt idx="462">6</cx:pt>
          <cx:pt idx="463">8</cx:pt>
          <cx:pt idx="464">4</cx:pt>
          <cx:pt idx="465">4</cx:pt>
          <cx:pt idx="466">8</cx:pt>
          <cx:pt idx="467">6</cx:pt>
          <cx:pt idx="468">2</cx:pt>
          <cx:pt idx="469">6</cx:pt>
          <cx:pt idx="470">8</cx:pt>
          <cx:pt idx="471">0</cx:pt>
          <cx:pt idx="472">8</cx:pt>
          <cx:pt idx="473">5</cx:pt>
          <cx:pt idx="474">7</cx:pt>
          <cx:pt idx="475">4</cx:pt>
          <cx:pt idx="476">7</cx:pt>
          <cx:pt idx="477">2</cx:pt>
          <cx:pt idx="478">8</cx:pt>
          <cx:pt idx="479">9</cx:pt>
          <cx:pt idx="480">9</cx:pt>
          <cx:pt idx="481">5</cx:pt>
          <cx:pt idx="482">9</cx:pt>
          <cx:pt idx="483">8</cx:pt>
          <cx:pt idx="484">2</cx:pt>
          <cx:pt idx="485">6</cx:pt>
          <cx:pt idx="486">1</cx:pt>
          <cx:pt idx="487">0</cx:pt>
          <cx:pt idx="488">1</cx:pt>
          <cx:pt idx="489">7</cx:pt>
          <cx:pt idx="490">4</cx:pt>
          <cx:pt idx="491">1</cx:pt>
          <cx:pt idx="492">0</cx:pt>
          <cx:pt idx="493">3</cx:pt>
          <cx:pt idx="494">1</cx:pt>
          <cx:pt idx="495">5</cx:pt>
          <cx:pt idx="496">8</cx:pt>
          <cx:pt idx="497">7</cx:pt>
          <cx:pt idx="498">9</cx:pt>
          <cx:pt idx="499">2</cx:pt>
          <cx:pt idx="500">3</cx:pt>
          <cx:pt idx="501">5</cx:pt>
          <cx:pt idx="502">6</cx:pt>
          <cx:pt idx="503">1</cx:pt>
          <cx:pt idx="504">5</cx:pt>
          <cx:pt idx="505">4</cx:pt>
          <cx:pt idx="506">8</cx:pt>
          <cx:pt idx="507">9</cx:pt>
          <cx:pt idx="508">6</cx:pt>
          <cx:pt idx="509">5</cx:pt>
          <cx:pt idx="510">4</cx:pt>
          <cx:pt idx="511">8</cx:pt>
          <cx:pt idx="512">4</cx:pt>
          <cx:pt idx="513">8</cx:pt>
          <cx:pt idx="514">1</cx:pt>
          <cx:pt idx="515">4</cx:pt>
          <cx:pt idx="516">6</cx:pt>
          <cx:pt idx="517">4</cx:pt>
          <cx:pt idx="518">1</cx:pt>
          <cx:pt idx="519">5</cx:pt>
          <cx:pt idx="520">2</cx:pt>
          <cx:pt idx="521">2</cx:pt>
          <cx:pt idx="522">4</cx:pt>
          <cx:pt idx="523">10</cx:pt>
          <cx:pt idx="524">9</cx:pt>
          <cx:pt idx="525">0</cx:pt>
          <cx:pt idx="526">9</cx:pt>
          <cx:pt idx="527">9</cx:pt>
          <cx:pt idx="528">5</cx:pt>
          <cx:pt idx="529">5</cx:pt>
          <cx:pt idx="530">7</cx:pt>
          <cx:pt idx="531">1</cx:pt>
          <cx:pt idx="532">10</cx:pt>
          <cx:pt idx="533">4</cx:pt>
          <cx:pt idx="534">0</cx:pt>
          <cx:pt idx="535">7</cx:pt>
          <cx:pt idx="536">8</cx:pt>
          <cx:pt idx="537">0</cx:pt>
          <cx:pt idx="538">9</cx:pt>
          <cx:pt idx="539">13</cx:pt>
          <cx:pt idx="540">7</cx:pt>
          <cx:pt idx="541">1</cx:pt>
          <cx:pt idx="542">9</cx:pt>
          <cx:pt idx="543">6</cx:pt>
          <cx:pt idx="544">9</cx:pt>
          <cx:pt idx="545">6</cx:pt>
          <cx:pt idx="546">0</cx:pt>
          <cx:pt idx="547">2</cx:pt>
          <cx:pt idx="548">6</cx:pt>
          <cx:pt idx="549">8</cx:pt>
          <cx:pt idx="550">0</cx:pt>
          <cx:pt idx="551">9</cx:pt>
          <cx:pt idx="552">1</cx:pt>
          <cx:pt idx="553">1</cx:pt>
          <cx:pt idx="554">9</cx:pt>
          <cx:pt idx="555">1</cx:pt>
          <cx:pt idx="556">5</cx:pt>
          <cx:pt idx="557">4</cx:pt>
          <cx:pt idx="558">10</cx:pt>
          <cx:pt idx="559">7</cx:pt>
          <cx:pt idx="560">5</cx:pt>
          <cx:pt idx="561">7</cx:pt>
          <cx:pt idx="562">1</cx:pt>
          <cx:pt idx="563">3</cx:pt>
          <cx:pt idx="564">0</cx:pt>
          <cx:pt idx="565">14</cx:pt>
          <cx:pt idx="566">8</cx:pt>
          <cx:pt idx="567">4</cx:pt>
          <cx:pt idx="568">7</cx:pt>
          <cx:pt idx="569">14</cx:pt>
          <cx:pt idx="570">4</cx:pt>
          <cx:pt idx="571">10</cx:pt>
          <cx:pt idx="572">3</cx:pt>
          <cx:pt idx="573">6</cx:pt>
          <cx:pt idx="574">2</cx:pt>
          <cx:pt idx="575">8</cx:pt>
          <cx:pt idx="576">4</cx:pt>
          <cx:pt idx="577">2</cx:pt>
          <cx:pt idx="578">5</cx:pt>
          <cx:pt idx="579">0</cx:pt>
          <cx:pt idx="580">2</cx:pt>
          <cx:pt idx="581">2</cx:pt>
          <cx:pt idx="582">5</cx:pt>
          <cx:pt idx="583">9</cx:pt>
          <cx:pt idx="584">9</cx:pt>
          <cx:pt idx="585">13</cx:pt>
          <cx:pt idx="586">0</cx:pt>
          <cx:pt idx="587">9</cx:pt>
          <cx:pt idx="588">8</cx:pt>
          <cx:pt idx="589">10</cx:pt>
          <cx:pt idx="590">10</cx:pt>
          <cx:pt idx="591">3</cx:pt>
          <cx:pt idx="592">1</cx:pt>
          <cx:pt idx="593">6</cx:pt>
          <cx:pt idx="594">10</cx:pt>
          <cx:pt idx="595">10</cx:pt>
          <cx:pt idx="596">10</cx:pt>
          <cx:pt idx="597">8</cx:pt>
          <cx:pt idx="598">2</cx:pt>
          <cx:pt idx="599">0</cx:pt>
          <cx:pt idx="600">8</cx:pt>
          <cx:pt idx="601">1</cx:pt>
          <cx:pt idx="602">2</cx:pt>
          <cx:pt idx="603">8</cx:pt>
          <cx:pt idx="604">6</cx:pt>
          <cx:pt idx="605">7</cx:pt>
          <cx:pt idx="606">3</cx:pt>
          <cx:pt idx="607">9</cx:pt>
          <cx:pt idx="608">7</cx:pt>
          <cx:pt idx="609">10</cx:pt>
          <cx:pt idx="610">3</cx:pt>
          <cx:pt idx="611">3</cx:pt>
          <cx:pt idx="612">10</cx:pt>
          <cx:pt idx="613">3</cx:pt>
          <cx:pt idx="614">4</cx:pt>
          <cx:pt idx="615">0</cx:pt>
          <cx:pt idx="616">9</cx:pt>
          <cx:pt idx="617">8</cx:pt>
          <cx:pt idx="618">13</cx:pt>
          <cx:pt idx="619">7</cx:pt>
          <cx:pt idx="620">4</cx:pt>
          <cx:pt idx="621">0</cx:pt>
          <cx:pt idx="622">6</cx:pt>
          <cx:pt idx="623">3</cx:pt>
          <cx:pt idx="624">9</cx:pt>
          <cx:pt idx="625">1</cx:pt>
          <cx:pt idx="626">3</cx:pt>
          <cx:pt idx="627">9</cx:pt>
          <cx:pt idx="628">6</cx:pt>
          <cx:pt idx="629">8</cx:pt>
          <cx:pt idx="630">4</cx:pt>
          <cx:pt idx="631">4</cx:pt>
          <cx:pt idx="632">3</cx:pt>
          <cx:pt idx="633">9</cx:pt>
          <cx:pt idx="634">2</cx:pt>
          <cx:pt idx="635">9</cx:pt>
          <cx:pt idx="636">5</cx:pt>
          <cx:pt idx="637">0</cx:pt>
          <cx:pt idx="638">1</cx:pt>
          <cx:pt idx="639">2</cx:pt>
          <cx:pt idx="640">8</cx:pt>
          <cx:pt idx="641">5</cx:pt>
          <cx:pt idx="642">2</cx:pt>
          <cx:pt idx="643">6</cx:pt>
          <cx:pt idx="644">1</cx:pt>
          <cx:pt idx="645">2</cx:pt>
          <cx:pt idx="646">5</cx:pt>
          <cx:pt idx="647">8</cx:pt>
          <cx:pt idx="648">8</cx:pt>
          <cx:pt idx="649">9</cx:pt>
          <cx:pt idx="650">8</cx:pt>
          <cx:pt idx="651">6</cx:pt>
          <cx:pt idx="652">10</cx:pt>
          <cx:pt idx="653">8</cx:pt>
          <cx:pt idx="654">2</cx:pt>
          <cx:pt idx="655">10</cx:pt>
          <cx:pt idx="656">4</cx:pt>
          <cx:pt idx="657">3</cx:pt>
          <cx:pt idx="658">6</cx:pt>
          <cx:pt idx="659">6</cx:pt>
          <cx:pt idx="660">6</cx:pt>
          <cx:pt idx="661">5</cx:pt>
          <cx:pt idx="662">3</cx:pt>
          <cx:pt idx="663">9</cx:pt>
          <cx:pt idx="664">6</cx:pt>
          <cx:pt idx="665">4</cx:pt>
          <cx:pt idx="666">5</cx:pt>
          <cx:pt idx="667">6</cx:pt>
          <cx:pt idx="668">2</cx:pt>
          <cx:pt idx="669">0</cx:pt>
          <cx:pt idx="670">8</cx:pt>
          <cx:pt idx="671">9</cx:pt>
          <cx:pt idx="672">10</cx:pt>
          <cx:pt idx="673">6</cx:pt>
          <cx:pt idx="674">5</cx:pt>
          <cx:pt idx="675">3</cx:pt>
          <cx:pt idx="676">5</cx:pt>
          <cx:pt idx="677">9</cx:pt>
          <cx:pt idx="678">16</cx:pt>
          <cx:pt idx="679">4</cx:pt>
          <cx:pt idx="680">3</cx:pt>
          <cx:pt idx="681">8</cx:pt>
          <cx:pt idx="682">9</cx:pt>
          <cx:pt idx="683">6</cx:pt>
          <cx:pt idx="684">4</cx:pt>
          <cx:pt idx="685">1</cx:pt>
          <cx:pt idx="686">9</cx:pt>
          <cx:pt idx="687">10</cx:pt>
          <cx:pt idx="688">1</cx:pt>
          <cx:pt idx="689">6</cx:pt>
          <cx:pt idx="690">2</cx:pt>
          <cx:pt idx="691">5</cx:pt>
          <cx:pt idx="692">10</cx:pt>
          <cx:pt idx="693">4</cx:pt>
          <cx:pt idx="694">3</cx:pt>
          <cx:pt idx="695">2</cx:pt>
          <cx:pt idx="696">8</cx:pt>
          <cx:pt idx="697">7</cx:pt>
          <cx:pt idx="698">8</cx:pt>
          <cx:pt idx="699">6</cx:pt>
          <cx:pt idx="700">0</cx:pt>
          <cx:pt idx="701">9</cx:pt>
          <cx:pt idx="702">9</cx:pt>
          <cx:pt idx="703">4</cx:pt>
          <cx:pt idx="704">4</cx:pt>
          <cx:pt idx="705">3</cx:pt>
          <cx:pt idx="706">15</cx:pt>
          <cx:pt idx="707">8</cx:pt>
          <cx:pt idx="708">2</cx:pt>
          <cx:pt idx="709">5</cx:pt>
          <cx:pt idx="710">4</cx:pt>
          <cx:pt idx="711">10</cx:pt>
          <cx:pt idx="712">5</cx:pt>
          <cx:pt idx="713">0</cx:pt>
          <cx:pt idx="714">4</cx:pt>
          <cx:pt idx="715">4</cx:pt>
          <cx:pt idx="716">1</cx:pt>
          <cx:pt idx="717">5</cx:pt>
          <cx:pt idx="718">9</cx:pt>
          <cx:pt idx="719">8</cx:pt>
          <cx:pt idx="720">9</cx:pt>
          <cx:pt idx="721">10</cx:pt>
          <cx:pt idx="722">4</cx:pt>
          <cx:pt idx="723">9</cx:pt>
          <cx:pt idx="724">1</cx:pt>
          <cx:pt idx="725">2</cx:pt>
          <cx:pt idx="726">6</cx:pt>
          <cx:pt idx="727">0</cx:pt>
          <cx:pt idx="728">1</cx:pt>
          <cx:pt idx="729">9</cx:pt>
          <cx:pt idx="730">16</cx:pt>
          <cx:pt idx="731">6</cx:pt>
          <cx:pt idx="732">3</cx:pt>
          <cx:pt idx="733">4</cx:pt>
          <cx:pt idx="734">15</cx:pt>
          <cx:pt idx="735">5</cx:pt>
          <cx:pt idx="736">2</cx:pt>
          <cx:pt idx="737">6</cx:pt>
          <cx:pt idx="738">1</cx:pt>
          <cx:pt idx="739">0</cx:pt>
          <cx:pt idx="740">4</cx:pt>
          <cx:pt idx="741">3</cx:pt>
          <cx:pt idx="742">2</cx:pt>
          <cx:pt idx="743">4</cx:pt>
          <cx:pt idx="744">4</cx:pt>
          <cx:pt idx="745">0</cx:pt>
          <cx:pt idx="746">2</cx:pt>
          <cx:pt idx="747">1</cx:pt>
          <cx:pt idx="748">9</cx:pt>
          <cx:pt idx="749">3</cx:pt>
          <cx:pt idx="750">2</cx:pt>
          <cx:pt idx="751">10</cx:pt>
          <cx:pt idx="752">2</cx:pt>
          <cx:pt idx="753">8</cx:pt>
          <cx:pt idx="754">4</cx:pt>
          <cx:pt idx="755">6</cx:pt>
          <cx:pt idx="756">1</cx:pt>
          <cx:pt idx="757">9</cx:pt>
          <cx:pt idx="758">9</cx:pt>
          <cx:pt idx="759">4</cx:pt>
          <cx:pt idx="760">9</cx:pt>
          <cx:pt idx="761">1</cx:pt>
          <cx:pt idx="762">6</cx:pt>
          <cx:pt idx="763">8</cx:pt>
          <cx:pt idx="764">7</cx:pt>
          <cx:pt idx="765">5</cx:pt>
          <cx:pt idx="766">1</cx:pt>
          <cx:pt idx="767">0</cx:pt>
          <cx:pt idx="768">5</cx:pt>
          <cx:pt idx="769">1</cx:pt>
          <cx:pt idx="770">1</cx:pt>
          <cx:pt idx="771">8</cx:pt>
          <cx:pt idx="772">1</cx:pt>
          <cx:pt idx="773">0</cx:pt>
          <cx:pt idx="774">1</cx:pt>
          <cx:pt idx="775">3</cx:pt>
          <cx:pt idx="776">0</cx:pt>
          <cx:pt idx="777">7</cx:pt>
          <cx:pt idx="778">6</cx:pt>
          <cx:pt idx="779">6</cx:pt>
          <cx:pt idx="780">0</cx:pt>
          <cx:pt idx="781">7</cx:pt>
          <cx:pt idx="782">5</cx:pt>
          <cx:pt idx="783">1</cx:pt>
          <cx:pt idx="784">1</cx:pt>
          <cx:pt idx="785">4</cx:pt>
          <cx:pt idx="786">3</cx:pt>
          <cx:pt idx="787">4</cx:pt>
          <cx:pt idx="788">5</cx:pt>
          <cx:pt idx="789">5</cx:pt>
          <cx:pt idx="790">5</cx:pt>
          <cx:pt idx="791">2</cx:pt>
          <cx:pt idx="792">4</cx:pt>
          <cx:pt idx="793">6</cx:pt>
          <cx:pt idx="794">2</cx:pt>
          <cx:pt idx="795">7</cx:pt>
          <cx:pt idx="796">7</cx:pt>
          <cx:pt idx="797">1</cx:pt>
          <cx:pt idx="798">9</cx:pt>
          <cx:pt idx="799">6</cx:pt>
          <cx:pt idx="800">10</cx:pt>
          <cx:pt idx="801">5</cx:pt>
          <cx:pt idx="802">9</cx:pt>
          <cx:pt idx="803">6</cx:pt>
          <cx:pt idx="804">5</cx:pt>
          <cx:pt idx="805">3</cx:pt>
          <cx:pt idx="806">8</cx:pt>
          <cx:pt idx="807">8</cx:pt>
          <cx:pt idx="808">5</cx:pt>
          <cx:pt idx="809">2</cx:pt>
          <cx:pt idx="810">2</cx:pt>
          <cx:pt idx="811">1</cx:pt>
          <cx:pt idx="812">2</cx:pt>
          <cx:pt idx="813">2</cx:pt>
          <cx:pt idx="814">4</cx:pt>
          <cx:pt idx="815">2</cx:pt>
          <cx:pt idx="816">3</cx:pt>
          <cx:pt idx="817">1</cx:pt>
          <cx:pt idx="818">2</cx:pt>
          <cx:pt idx="819">2</cx:pt>
          <cx:pt idx="820">4</cx:pt>
          <cx:pt idx="821">4</cx:pt>
          <cx:pt idx="822">3</cx:pt>
          <cx:pt idx="823">4</cx:pt>
          <cx:pt idx="824">3</cx:pt>
          <cx:pt idx="825">2</cx:pt>
          <cx:pt idx="826">3</cx:pt>
          <cx:pt idx="827">2</cx:pt>
          <cx:pt idx="828">1</cx:pt>
          <cx:pt idx="829">2</cx:pt>
          <cx:pt idx="830">3</cx:pt>
          <cx:pt idx="831">1</cx:pt>
          <cx:pt idx="832">1</cx:pt>
          <cx:pt idx="833">1</cx:pt>
          <cx:pt idx="834">2</cx:pt>
          <cx:pt idx="835">3</cx:pt>
          <cx:pt idx="836">4</cx:pt>
          <cx:pt idx="837">3</cx:pt>
          <cx:pt idx="838">3</cx:pt>
          <cx:pt idx="839">4</cx:pt>
          <cx:pt idx="840">1</cx:pt>
          <cx:pt idx="841">3</cx:pt>
          <cx:pt idx="842">4</cx:pt>
          <cx:pt idx="843">3</cx:pt>
          <cx:pt idx="844">4</cx:pt>
          <cx:pt idx="845">1</cx:pt>
          <cx:pt idx="846">1</cx:pt>
          <cx:pt idx="847">1</cx:pt>
          <cx:pt idx="848">2</cx:pt>
          <cx:pt idx="849">1</cx:pt>
          <cx:pt idx="850">1</cx:pt>
          <cx:pt idx="851">4</cx:pt>
          <cx:pt idx="852">4</cx:pt>
          <cx:pt idx="853">4</cx:pt>
          <cx:pt idx="854">3</cx:pt>
          <cx:pt idx="855">3</cx:pt>
          <cx:pt idx="856">4</cx:pt>
          <cx:pt idx="857">3</cx:pt>
          <cx:pt idx="858">1</cx:pt>
          <cx:pt idx="859">3</cx:pt>
          <cx:pt idx="860">2</cx:pt>
          <cx:pt idx="861">2</cx:pt>
          <cx:pt idx="862">4</cx:pt>
          <cx:pt idx="863">1</cx:pt>
          <cx:pt idx="864">2</cx:pt>
          <cx:pt idx="865">3</cx:pt>
          <cx:pt idx="866">3</cx:pt>
          <cx:pt idx="867">1</cx:pt>
          <cx:pt idx="868">4</cx:pt>
          <cx:pt idx="869">2</cx:pt>
          <cx:pt idx="870">2</cx:pt>
          <cx:pt idx="871">1</cx:pt>
          <cx:pt idx="872">3</cx:pt>
          <cx:pt idx="873">1</cx:pt>
          <cx:pt idx="874">2</cx:pt>
          <cx:pt idx="875">4</cx:pt>
          <cx:pt idx="876">4</cx:pt>
          <cx:pt idx="877">2</cx:pt>
          <cx:pt idx="878">4</cx:pt>
          <cx:pt idx="879">3</cx:pt>
          <cx:pt idx="880">4</cx:pt>
          <cx:pt idx="881">1</cx:pt>
          <cx:pt idx="882">3</cx:pt>
          <cx:pt idx="883">1</cx:pt>
          <cx:pt idx="884">1</cx:pt>
          <cx:pt idx="885">4</cx:pt>
          <cx:pt idx="886">2</cx:pt>
          <cx:pt idx="887">2</cx:pt>
          <cx:pt idx="888">1</cx:pt>
          <cx:pt idx="889">2</cx:pt>
          <cx:pt idx="890">4</cx:pt>
          <cx:pt idx="891">2</cx:pt>
          <cx:pt idx="892">3</cx:pt>
          <cx:pt idx="893">2</cx:pt>
          <cx:pt idx="894">2</cx:pt>
          <cx:pt idx="895">2</cx:pt>
          <cx:pt idx="896">2</cx:pt>
          <cx:pt idx="897">4</cx:pt>
          <cx:pt idx="898">4</cx:pt>
          <cx:pt idx="899">1</cx:pt>
          <cx:pt idx="900">3</cx:pt>
          <cx:pt idx="901">3</cx:pt>
          <cx:pt idx="902">2</cx:pt>
          <cx:pt idx="903">2</cx:pt>
          <cx:pt idx="904">2</cx:pt>
          <cx:pt idx="905">2</cx:pt>
          <cx:pt idx="906">1</cx:pt>
          <cx:pt idx="907">4</cx:pt>
          <cx:pt idx="908">1</cx:pt>
          <cx:pt idx="909">1</cx:pt>
          <cx:pt idx="910">1</cx:pt>
          <cx:pt idx="911">1</cx:pt>
          <cx:pt idx="912">4</cx:pt>
          <cx:pt idx="913">2</cx:pt>
          <cx:pt idx="914">3</cx:pt>
          <cx:pt idx="915">3</cx:pt>
          <cx:pt idx="916">2</cx:pt>
          <cx:pt idx="917">4</cx:pt>
          <cx:pt idx="918">4</cx:pt>
          <cx:pt idx="919">1</cx:pt>
          <cx:pt idx="920">3</cx:pt>
          <cx:pt idx="921">3</cx:pt>
          <cx:pt idx="922">1</cx:pt>
          <cx:pt idx="923">4</cx:pt>
          <cx:pt idx="924">3</cx:pt>
          <cx:pt idx="925">2</cx:pt>
          <cx:pt idx="926">4</cx:pt>
          <cx:pt idx="927">4</cx:pt>
          <cx:pt idx="928">2</cx:pt>
          <cx:pt idx="929">2</cx:pt>
          <cx:pt idx="930">2</cx:pt>
          <cx:pt idx="931">3</cx:pt>
          <cx:pt idx="932">4</cx:pt>
          <cx:pt idx="933">4</cx:pt>
          <cx:pt idx="934">3</cx:pt>
          <cx:pt idx="935">1</cx:pt>
          <cx:pt idx="936">1</cx:pt>
          <cx:pt idx="937">2</cx:pt>
          <cx:pt idx="938">3</cx:pt>
          <cx:pt idx="939">4</cx:pt>
          <cx:pt idx="940">1</cx:pt>
          <cx:pt idx="941">2</cx:pt>
          <cx:pt idx="942">4</cx:pt>
          <cx:pt idx="943">2</cx:pt>
          <cx:pt idx="944">1</cx:pt>
          <cx:pt idx="945">2</cx:pt>
          <cx:pt idx="946">0</cx:pt>
          <cx:pt idx="947">3</cx:pt>
          <cx:pt idx="948">4</cx:pt>
          <cx:pt idx="949">1</cx:pt>
          <cx:pt idx="950">3</cx:pt>
          <cx:pt idx="951">0</cx:pt>
          <cx:pt idx="952">0</cx:pt>
          <cx:pt idx="953">4</cx:pt>
          <cx:pt idx="954">2</cx:pt>
          <cx:pt idx="955">2</cx:pt>
          <cx:pt idx="956">2</cx:pt>
          <cx:pt idx="957">4</cx:pt>
          <cx:pt idx="958">4</cx:pt>
          <cx:pt idx="959">3</cx:pt>
          <cx:pt idx="960">2</cx:pt>
          <cx:pt idx="961">0</cx:pt>
          <cx:pt idx="962">1</cx:pt>
          <cx:pt idx="963">3</cx:pt>
          <cx:pt idx="964">4</cx:pt>
          <cx:pt idx="965">4</cx:pt>
          <cx:pt idx="966">3</cx:pt>
          <cx:pt idx="967">1</cx:pt>
          <cx:pt idx="968">1</cx:pt>
          <cx:pt idx="969">1</cx:pt>
          <cx:pt idx="970">3</cx:pt>
          <cx:pt idx="971">3</cx:pt>
          <cx:pt idx="972">4</cx:pt>
          <cx:pt idx="973">4</cx:pt>
          <cx:pt idx="974">4</cx:pt>
          <cx:pt idx="975">4</cx:pt>
          <cx:pt idx="976">1</cx:pt>
          <cx:pt idx="977">4</cx:pt>
          <cx:pt idx="978">4</cx:pt>
          <cx:pt idx="979">3</cx:pt>
          <cx:pt idx="980">2</cx:pt>
          <cx:pt idx="981">2</cx:pt>
          <cx:pt idx="982">3</cx:pt>
          <cx:pt idx="983">4</cx:pt>
          <cx:pt idx="984">3</cx:pt>
          <cx:pt idx="985">2</cx:pt>
          <cx:pt idx="986">1</cx:pt>
          <cx:pt idx="987">4</cx:pt>
          <cx:pt idx="988">0</cx:pt>
          <cx:pt idx="989">4</cx:pt>
          <cx:pt idx="990">2</cx:pt>
          <cx:pt idx="991">1</cx:pt>
          <cx:pt idx="992">2</cx:pt>
          <cx:pt idx="993">0</cx:pt>
          <cx:pt idx="994">4</cx:pt>
          <cx:pt idx="995">1</cx:pt>
          <cx:pt idx="996">2</cx:pt>
          <cx:pt idx="997">1</cx:pt>
          <cx:pt idx="998">0</cx:pt>
          <cx:pt idx="999">4</cx:pt>
          <cx:pt idx="1000">2</cx:pt>
          <cx:pt idx="1001">3</cx:pt>
          <cx:pt idx="1002">2</cx:pt>
          <cx:pt idx="1003">0</cx:pt>
          <cx:pt idx="1004">2</cx:pt>
          <cx:pt idx="1005">0</cx:pt>
          <cx:pt idx="1006">2</cx:pt>
          <cx:pt idx="1007">2</cx:pt>
          <cx:pt idx="1008">3</cx:pt>
          <cx:pt idx="1009">3</cx:pt>
          <cx:pt idx="1010">0</cx:pt>
          <cx:pt idx="1011">1</cx:pt>
          <cx:pt idx="1012">3</cx:pt>
          <cx:pt idx="1013">1</cx:pt>
          <cx:pt idx="1014">3</cx:pt>
          <cx:pt idx="1015">0</cx:pt>
          <cx:pt idx="1016">4</cx:pt>
          <cx:pt idx="1017">4</cx:pt>
          <cx:pt idx="1018">4</cx:pt>
          <cx:pt idx="1019">2</cx:pt>
          <cx:pt idx="1020">4</cx:pt>
          <cx:pt idx="1021">2</cx:pt>
          <cx:pt idx="1022">0</cx:pt>
          <cx:pt idx="1023">2</cx:pt>
          <cx:pt idx="1024">3</cx:pt>
          <cx:pt idx="1025">1</cx:pt>
          <cx:pt idx="1026">3</cx:pt>
          <cx:pt idx="1027">1</cx:pt>
          <cx:pt idx="1028">2</cx:pt>
          <cx:pt idx="1029">3</cx:pt>
          <cx:pt idx="1030">4</cx:pt>
          <cx:pt idx="1031">4</cx:pt>
          <cx:pt idx="1032">4</cx:pt>
          <cx:pt idx="1033">1</cx:pt>
          <cx:pt idx="1034">0</cx:pt>
          <cx:pt idx="1035">0</cx:pt>
          <cx:pt idx="1036">0</cx:pt>
          <cx:pt idx="1037">1</cx:pt>
          <cx:pt idx="1038">4</cx:pt>
          <cx:pt idx="1039">3</cx:pt>
          <cx:pt idx="1040">1</cx:pt>
          <cx:pt idx="1041">4</cx:pt>
          <cx:pt idx="1042">2</cx:pt>
          <cx:pt idx="1043">2</cx:pt>
          <cx:pt idx="1044">4</cx:pt>
          <cx:pt idx="1045">1</cx:pt>
          <cx:pt idx="1046">2</cx:pt>
          <cx:pt idx="1047">1</cx:pt>
          <cx:pt idx="1048">3</cx:pt>
          <cx:pt idx="1049">0</cx:pt>
          <cx:pt idx="1050">3</cx:pt>
          <cx:pt idx="1051">4</cx:pt>
          <cx:pt idx="1052">4</cx:pt>
          <cx:pt idx="1053">1</cx:pt>
          <cx:pt idx="1054">3</cx:pt>
          <cx:pt idx="1055">2</cx:pt>
          <cx:pt idx="1056">2</cx:pt>
          <cx:pt idx="1057">2</cx:pt>
          <cx:pt idx="1058">4</cx:pt>
          <cx:pt idx="1059">1</cx:pt>
          <cx:pt idx="1060">2</cx:pt>
          <cx:pt idx="1061">1</cx:pt>
          <cx:pt idx="1062">0</cx:pt>
          <cx:pt idx="1063">1</cx:pt>
          <cx:pt idx="1064">1</cx:pt>
          <cx:pt idx="1065">3</cx:pt>
          <cx:pt idx="1066">1</cx:pt>
          <cx:pt idx="1067">2</cx:pt>
          <cx:pt idx="1068">1</cx:pt>
          <cx:pt idx="1069">4</cx:pt>
          <cx:pt idx="1070">0</cx:pt>
          <cx:pt idx="1071">3</cx:pt>
          <cx:pt idx="1072">7</cx:pt>
          <cx:pt idx="1073">5</cx:pt>
          <cx:pt idx="1074">0</cx:pt>
          <cx:pt idx="1075">8</cx:pt>
          <cx:pt idx="1076">5</cx:pt>
          <cx:pt idx="1077">4</cx:pt>
          <cx:pt idx="1078">0</cx:pt>
          <cx:pt idx="1079">4</cx:pt>
          <cx:pt idx="1080">10</cx:pt>
          <cx:pt idx="1081">6</cx:pt>
          <cx:pt idx="1082">9</cx:pt>
          <cx:pt idx="1083">1</cx:pt>
          <cx:pt idx="1084">1</cx:pt>
          <cx:pt idx="1085">1</cx:pt>
          <cx:pt idx="1086">2</cx:pt>
          <cx:pt idx="1087">4</cx:pt>
          <cx:pt idx="1088">7</cx:pt>
          <cx:pt idx="1089">10</cx:pt>
          <cx:pt idx="1090">7</cx:pt>
          <cx:pt idx="1091">1</cx:pt>
          <cx:pt idx="1092">1</cx:pt>
          <cx:pt idx="1093">1</cx:pt>
          <cx:pt idx="1094">3</cx:pt>
          <cx:pt idx="1095">1</cx:pt>
          <cx:pt idx="1096">2</cx:pt>
          <cx:pt idx="1097">1</cx:pt>
          <cx:pt idx="1098">1</cx:pt>
          <cx:pt idx="1099">2</cx:pt>
          <cx:pt idx="1100">1</cx:pt>
          <cx:pt idx="1101">2</cx:pt>
          <cx:pt idx="1102">0</cx:pt>
          <cx:pt idx="1103">0</cx:pt>
          <cx:pt idx="1104">1</cx:pt>
          <cx:pt idx="1105">2</cx:pt>
          <cx:pt idx="1106">1</cx:pt>
          <cx:pt idx="1107">2</cx:pt>
          <cx:pt idx="1108">2</cx:pt>
          <cx:pt idx="1109">2</cx:pt>
          <cx:pt idx="1110">2</cx:pt>
          <cx:pt idx="1111">2</cx:pt>
          <cx:pt idx="1112">0</cx:pt>
          <cx:pt idx="1113">2</cx:pt>
          <cx:pt idx="1114">1</cx:pt>
          <cx:pt idx="1115">1</cx:pt>
          <cx:pt idx="1116">1</cx:pt>
          <cx:pt idx="1117">1</cx:pt>
        </cx:lvl>
      </cx:numDim>
    </cx:data>
  </cx:chartData>
  <cx:chart>
    <cx:plotArea>
      <cx:plotAreaRegion>
        <cx:series layoutId="clusteredColumn" uniqueId="{9DBF7BB9-EFF7-41CB-B13F-99A78D2407DF}">
          <cx:tx>
            <cx:txData>
              <cx:f>full_web!$I$1</cx:f>
              <cx:v>Conversions</cx:v>
            </cx:txData>
          </cx:tx>
          <cx:spPr>
            <a:solidFill>
              <a:srgbClr val="002060"/>
            </a:solidFill>
          </cx:spPr>
          <cx:dataId val="0"/>
          <cx:layoutPr>
            <cx:binning intervalClosed="r"/>
          </cx:layoutPr>
          <cx:axisId val="1"/>
        </cx:series>
        <cx:series layoutId="paretoLine" ownerIdx="0" uniqueId="{A7A79A12-0BA6-425A-A46C-3CB6ACCD529F}">
          <cx:spPr>
            <a:ln>
              <a:solidFill>
                <a:srgbClr val="FF0000"/>
              </a:solidFill>
            </a:ln>
          </cx:spPr>
          <cx:axisId val="2"/>
        </cx:series>
      </cx:plotAreaRegion>
      <cx:axis id="0">
        <cx:catScaling gapWidth="0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300" b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pPr>
            <a:endParaRPr lang="en-US" sz="1300" b="0" i="0" u="none" strike="noStrike" baseline="0">
              <a:solidFill>
                <a:prstClr val="black">
                  <a:lumMod val="65000"/>
                  <a:lumOff val="3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cx:txPr>
      </cx:axis>
      <cx:axis id="1">
        <cx:valScaling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100" b="1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pPr>
            <a:endParaRPr lang="en-US" sz="1100" b="1" i="0" u="none" strike="noStrike" baseline="0">
              <a:solidFill>
                <a:prstClr val="black">
                  <a:lumMod val="65000"/>
                  <a:lumOff val="3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cx:txPr>
      </cx:axis>
      <cx:axis id="2">
        <cx:valScaling max="1" min="0"/>
        <cx:units unit="percentage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100" b="1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pPr>
            <a:endParaRPr lang="en-US" sz="1100" b="1" i="0" u="none" strike="noStrike" baseline="0">
              <a:solidFill>
                <a:prstClr val="black">
                  <a:lumMod val="65000"/>
                  <a:lumOff val="3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cx:txPr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0.50989</cdr:x>
      <cdr:y>0.54596</cdr:y>
    </cdr:from>
    <cdr:to>
      <cdr:x>0.85909</cdr:x>
      <cdr:y>0.61915</cdr:y>
    </cdr:to>
    <cdr:sp macro="" textlink="">
      <cdr:nvSpPr>
        <cdr:cNvPr id="2" name="TextBox 5">
          <a:extLst xmlns:a="http://schemas.openxmlformats.org/drawingml/2006/main">
            <a:ext uri="{FF2B5EF4-FFF2-40B4-BE49-F238E27FC236}">
              <a16:creationId xmlns:a16="http://schemas.microsoft.com/office/drawing/2014/main" id="{E55D679D-D7B5-E4B3-D73B-A811422896EB}"/>
            </a:ext>
          </a:extLst>
        </cdr:cNvPr>
        <cdr:cNvSpPr txBox="1"/>
      </cdr:nvSpPr>
      <cdr:spPr>
        <a:xfrm xmlns:a="http://schemas.openxmlformats.org/drawingml/2006/main">
          <a:off x="3574550" y="2295916"/>
          <a:ext cx="2448016" cy="307777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Saturation Point</a:t>
          </a:r>
          <a:endParaRPr lang="en-SG" sz="1400" dirty="0">
            <a:latin typeface="Segoe UI" panose="020B0502040204020203" pitchFamily="34" charset="0"/>
            <a:cs typeface="Segoe UI" panose="020B0502040204020203" pitchFamily="34" charset="0"/>
          </a:endParaRP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1CDA5-7B4A-D196-6039-896E0B51A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B19F1-15B4-7D87-554D-A78F74927E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5795B-7E13-8899-B97A-F4E2D9D3E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3FCA4-3F24-44FC-91E0-5DB3C7C991CC}" type="datetimeFigureOut">
              <a:rPr lang="en-SG" smtClean="0"/>
              <a:t>7/1/2026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517C0-9688-FAA5-66E1-076DF361C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3E67C-AC77-38BF-A490-2D70FD9D9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A7255-FBAA-4CE3-92E8-3DEE5C0B71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55972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BEE6F-74D8-B2AE-2F0C-1A9A21E79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84E42-F24B-F2F8-156A-A57DB43A8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82892-1692-BC13-E963-2AF39BE8F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3FCA4-3F24-44FC-91E0-5DB3C7C991CC}" type="datetimeFigureOut">
              <a:rPr lang="en-SG" smtClean="0"/>
              <a:t>7/1/2026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7771B-407A-E6FA-7007-5BDECC4D3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F5A08-621A-EA01-6378-F8AB7820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A7255-FBAA-4CE3-92E8-3DEE5C0B71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01242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7B75F-766F-EDC4-3262-F21FA77DF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6DBF1-7E5F-F90A-8E33-3BAD94ACD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06150-35AA-B431-FB47-4099B8F15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3FCA4-3F24-44FC-91E0-5DB3C7C991CC}" type="datetimeFigureOut">
              <a:rPr lang="en-SG" smtClean="0"/>
              <a:t>7/1/2026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702B7-8A63-3B11-C304-4644BE6BB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E0A83-58CE-EADC-D463-91F06E052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A7255-FBAA-4CE3-92E8-3DEE5C0B71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68728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A0E65-262B-7D4B-02EF-84C87284B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B9666-48CD-9C98-A1E4-39B9C4ACA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A147EE-CD10-5FF5-8C3A-558B4FB4A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28945-3148-B224-6218-CD18C376A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3FCA4-3F24-44FC-91E0-5DB3C7C991CC}" type="datetimeFigureOut">
              <a:rPr lang="en-SG" smtClean="0"/>
              <a:t>7/1/2026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0F57E-E64E-2639-D763-D551A2D34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2ED8F-0C18-5D10-8F9B-C34169130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A7255-FBAA-4CE3-92E8-3DEE5C0B71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30385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A0969-2F0F-1370-3DFB-8050529CB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5A352-1B0F-3B98-B9CD-0CABDD7E1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0E673-09FD-3BDD-769C-9D2F3FB4A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717E17-3638-C0DF-5363-79F7008EF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AB2D7B-0568-4F9B-0A57-FF3B8BF3A7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860FFE-9DEB-5D96-417B-BF70862C9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3FCA4-3F24-44FC-91E0-5DB3C7C991CC}" type="datetimeFigureOut">
              <a:rPr lang="en-SG" smtClean="0"/>
              <a:t>7/1/2026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5FBBA7-9BED-D4A8-0C7E-2AD98BFE6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565DEB-25D7-8815-BE21-B2854643C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A7255-FBAA-4CE3-92E8-3DEE5C0B71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80258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9526A-04E3-85ED-06A2-2DD95D202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9BF378-C59B-F63B-1BE3-B9E93B8D2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3FCA4-3F24-44FC-91E0-5DB3C7C991CC}" type="datetimeFigureOut">
              <a:rPr lang="en-SG" smtClean="0"/>
              <a:t>7/1/2026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409DA4-9B5B-7FEB-C008-9FB07DA3C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C5B839-BBC7-0439-EB06-59A851275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A7255-FBAA-4CE3-92E8-3DEE5C0B71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70357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308981-6F97-0406-0330-883B76269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3FCA4-3F24-44FC-91E0-5DB3C7C991CC}" type="datetimeFigureOut">
              <a:rPr lang="en-SG" smtClean="0"/>
              <a:t>7/1/2026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CE59CC-30C1-FC84-7C11-4368AA43D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B883B-5D07-962C-9C26-DE912702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A7255-FBAA-4CE3-92E8-3DEE5C0B71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2800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FC44B-D3CD-544A-0977-DF734B918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6955D-D1C5-6ABA-0BF5-D7645C9AC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3495CD-C41C-3A8C-875F-6CE577406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D658B-1E38-678D-DC50-1A392DAD3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3FCA4-3F24-44FC-91E0-5DB3C7C991CC}" type="datetimeFigureOut">
              <a:rPr lang="en-SG" smtClean="0"/>
              <a:t>7/1/2026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8CF49-72D6-46D0-A240-530A844F8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A888C-F72B-9ABB-D924-807DFE630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A7255-FBAA-4CE3-92E8-3DEE5C0B71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70888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DD3A6-DFB2-A8F3-690F-C459010BB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DCF395-E96D-F650-A002-6FE9E19637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2F2EDD-D67E-B9CD-738F-F48313BAA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7CC2A-7FDF-6476-7612-F2542D235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3FCA4-3F24-44FC-91E0-5DB3C7C991CC}" type="datetimeFigureOut">
              <a:rPr lang="en-SG" smtClean="0"/>
              <a:t>7/1/2026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AAE5E-8EF7-0E11-1BA0-E99BAC8AC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C1D7DF-FBC6-3FF8-9EB3-703925ABA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A7255-FBAA-4CE3-92E8-3DEE5C0B71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89639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3FA4F-A914-70B3-F649-66437148F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D60501-70A0-61DC-BC34-3DB116082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B56F3-573D-6964-2D46-99D2195FD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3FCA4-3F24-44FC-91E0-5DB3C7C991CC}" type="datetimeFigureOut">
              <a:rPr lang="en-SG" smtClean="0"/>
              <a:t>7/1/2026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3AC33-9104-F9D4-A351-14C3D1473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4F2AF-12D8-6999-5331-E64A11381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A7255-FBAA-4CE3-92E8-3DEE5C0B71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7126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A396F1-4E8A-E358-F7FC-4BD5E51A1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12B85C-7E5B-28FD-CD23-C65175399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0E442-6DE2-3B06-1A12-3AA63B5B8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3FCA4-3F24-44FC-91E0-5DB3C7C991CC}" type="datetimeFigureOut">
              <a:rPr lang="en-SG" smtClean="0"/>
              <a:t>7/1/2026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B8D77-0802-B33F-E182-FEB78057D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118E4-A44F-C6FA-0F46-59E4DF01F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A7255-FBAA-4CE3-92E8-3DEE5C0B71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4233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E021E-918B-5B49-5D56-1A29394B1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69278-DCAF-BF8A-F945-6DBD5A087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165D6-F9BC-C4D0-DD2B-2BB0F03EEE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23FCA4-3F24-44FC-91E0-5DB3C7C991CC}" type="datetimeFigureOut">
              <a:rPr lang="en-SG" smtClean="0"/>
              <a:t>7/1/2026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9237F-AE7F-8B8A-A5E9-03DD8CA711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423FD-B691-57A4-A4B2-D9A6EF0190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1A7255-FBAA-4CE3-92E8-3DEE5C0B71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96985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A5FAE95-93EA-884A-20C8-05324D0A3BAB}"/>
              </a:ext>
            </a:extLst>
          </p:cNvPr>
          <p:cNvSpPr txBox="1"/>
          <p:nvPr/>
        </p:nvSpPr>
        <p:spPr>
          <a:xfrm>
            <a:off x="540614" y="530438"/>
            <a:ext cx="11423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Organic Drives Most Traffic but Not Most Conversions</a:t>
            </a:r>
            <a:endParaRPr lang="en-SG" sz="28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31DDEF2-7B42-B6C9-8928-BBCA5AA5445E}"/>
              </a:ext>
            </a:extLst>
          </p:cNvPr>
          <p:cNvGrpSpPr/>
          <p:nvPr/>
        </p:nvGrpSpPr>
        <p:grpSpPr>
          <a:xfrm>
            <a:off x="4213165" y="1623848"/>
            <a:ext cx="7751192" cy="4651328"/>
            <a:chOff x="3535248" y="2057400"/>
            <a:chExt cx="7751192" cy="4154714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3BDB160-2AC1-FE39-7F8D-B0EF03395E18}"/>
                </a:ext>
              </a:extLst>
            </p:cNvPr>
            <p:cNvSpPr/>
            <p:nvPr/>
          </p:nvSpPr>
          <p:spPr>
            <a:xfrm>
              <a:off x="3783724" y="2057400"/>
              <a:ext cx="7261647" cy="4154714"/>
            </a:xfrm>
            <a:prstGeom prst="roundRect">
              <a:avLst>
                <a:gd name="adj" fmla="val 2643"/>
              </a:avLst>
            </a:prstGeom>
            <a:noFill/>
            <a:ln w="41275">
              <a:solidFill>
                <a:srgbClr val="051C2A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91F2121-A261-CF41-BEBD-C0F3CA4B373C}"/>
                </a:ext>
              </a:extLst>
            </p:cNvPr>
            <p:cNvGrpSpPr/>
            <p:nvPr/>
          </p:nvGrpSpPr>
          <p:grpSpPr>
            <a:xfrm>
              <a:off x="3535248" y="2739560"/>
              <a:ext cx="7751192" cy="3127188"/>
              <a:chOff x="2814506" y="2070492"/>
              <a:chExt cx="7826147" cy="3719388"/>
            </a:xfrm>
          </p:grpSpPr>
          <p:graphicFrame>
            <p:nvGraphicFramePr>
              <p:cNvPr id="8" name="Chart 7">
                <a:extLst>
                  <a:ext uri="{FF2B5EF4-FFF2-40B4-BE49-F238E27FC236}">
                    <a16:creationId xmlns:a16="http://schemas.microsoft.com/office/drawing/2014/main" id="{C054FC6D-9451-D02E-22B3-B3B624B8A4D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98551265"/>
                  </p:ext>
                </p:extLst>
              </p:nvPr>
            </p:nvGraphicFramePr>
            <p:xfrm>
              <a:off x="6807380" y="2657435"/>
              <a:ext cx="3833273" cy="3002386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graphicFrame>
            <p:nvGraphicFramePr>
              <p:cNvPr id="10" name="Chart 9">
                <a:extLst>
                  <a:ext uri="{FF2B5EF4-FFF2-40B4-BE49-F238E27FC236}">
                    <a16:creationId xmlns:a16="http://schemas.microsoft.com/office/drawing/2014/main" id="{7A9C5766-EA33-1F47-7A02-F1901F218CB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224201708"/>
                  </p:ext>
                </p:extLst>
              </p:nvPr>
            </p:nvGraphicFramePr>
            <p:xfrm>
              <a:off x="2814506" y="2070492"/>
              <a:ext cx="3919090" cy="3279802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81823F-9467-55E9-004A-A5D858A7D0B9}"/>
                  </a:ext>
                </a:extLst>
              </p:cNvPr>
              <p:cNvSpPr txBox="1"/>
              <p:nvPr/>
            </p:nvSpPr>
            <p:spPr>
              <a:xfrm>
                <a:off x="3763442" y="5389771"/>
                <a:ext cx="2346257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2000" b="1">
                    <a:solidFill>
                      <a:srgbClr val="051C2A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defRPr>
                </a:lvl1pPr>
              </a:lstStyle>
              <a:p>
                <a:r>
                  <a:rPr lang="en-US" sz="1600" dirty="0"/>
                  <a:t>Traffic</a:t>
                </a:r>
                <a:endParaRPr lang="en-SG" sz="160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4FB572-B13E-05EE-A830-78035BD0D02D}"/>
                  </a:ext>
                </a:extLst>
              </p:cNvPr>
              <p:cNvSpPr txBox="1"/>
              <p:nvPr/>
            </p:nvSpPr>
            <p:spPr>
              <a:xfrm>
                <a:off x="7791788" y="5371032"/>
                <a:ext cx="1864454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051C2A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Conversions</a:t>
                </a:r>
                <a:endParaRPr lang="en-SG" sz="1600" b="1" dirty="0">
                  <a:solidFill>
                    <a:srgbClr val="051C2A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FD4C734-7699-C92B-4D8D-EF0887DE08E2}"/>
                </a:ext>
              </a:extLst>
            </p:cNvPr>
            <p:cNvSpPr txBox="1"/>
            <p:nvPr/>
          </p:nvSpPr>
          <p:spPr>
            <a:xfrm>
              <a:off x="5240271" y="2306259"/>
              <a:ext cx="44992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51C2A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Traffic vs. Conversions by Channel</a:t>
              </a:r>
              <a:endParaRPr lang="en-SG" sz="2000" b="1" dirty="0">
                <a:solidFill>
                  <a:srgbClr val="051C2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A627454-DCD4-CE4B-7FF2-F27EA65EFB57}"/>
              </a:ext>
            </a:extLst>
          </p:cNvPr>
          <p:cNvSpPr txBox="1"/>
          <p:nvPr/>
        </p:nvSpPr>
        <p:spPr>
          <a:xfrm>
            <a:off x="423568" y="1844379"/>
            <a:ext cx="371652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51C2A"/>
                </a:solidFill>
                <a:latin typeface="Arial Body"/>
                <a:cs typeface="Arial" panose="020B0604020202020204" pitchFamily="34" charset="0"/>
              </a:rPr>
              <a:t>Organic Search drives </a:t>
            </a:r>
            <a:r>
              <a:rPr lang="en-US" sz="1600" b="1" dirty="0">
                <a:solidFill>
                  <a:srgbClr val="051C2A"/>
                </a:solidFill>
                <a:latin typeface="Arial Body"/>
                <a:cs typeface="Arial" panose="020B0604020202020204" pitchFamily="34" charset="0"/>
              </a:rPr>
              <a:t>~ 91% of traffic </a:t>
            </a:r>
            <a:r>
              <a:rPr lang="en-US" sz="1600" dirty="0">
                <a:solidFill>
                  <a:srgbClr val="051C2A"/>
                </a:solidFill>
                <a:latin typeface="Arial Body"/>
                <a:cs typeface="Arial" panose="020B0604020202020204" pitchFamily="34" charset="0"/>
              </a:rPr>
              <a:t>but only </a:t>
            </a:r>
            <a:r>
              <a:rPr lang="en-US" sz="1600" b="1" dirty="0">
                <a:solidFill>
                  <a:srgbClr val="051C2A"/>
                </a:solidFill>
                <a:latin typeface="Arial Body"/>
                <a:cs typeface="Arial" panose="020B0604020202020204" pitchFamily="34" charset="0"/>
              </a:rPr>
              <a:t>~27% of conversions. </a:t>
            </a:r>
            <a:r>
              <a:rPr lang="en-US" sz="1600" dirty="0">
                <a:solidFill>
                  <a:srgbClr val="051C2A"/>
                </a:solidFill>
                <a:latin typeface="Arial Body"/>
                <a:cs typeface="Arial" panose="020B0604020202020204" pitchFamily="34" charset="0"/>
              </a:rPr>
              <a:t>Paid, Referral, and Social account for </a:t>
            </a:r>
            <a:r>
              <a:rPr lang="en-US" sz="1600" b="1" dirty="0">
                <a:solidFill>
                  <a:srgbClr val="051C2A"/>
                </a:solidFill>
                <a:latin typeface="Arial Body"/>
                <a:cs typeface="Arial" panose="020B0604020202020204" pitchFamily="34" charset="0"/>
              </a:rPr>
              <a:t>~73% of conversions </a:t>
            </a:r>
            <a:r>
              <a:rPr lang="en-US" sz="1600" dirty="0">
                <a:solidFill>
                  <a:srgbClr val="051C2A"/>
                </a:solidFill>
                <a:latin typeface="Arial Body"/>
                <a:cs typeface="Arial" panose="020B0604020202020204" pitchFamily="34" charset="0"/>
              </a:rPr>
              <a:t>from just </a:t>
            </a:r>
            <a:r>
              <a:rPr lang="en-US" sz="1600" b="1" dirty="0">
                <a:solidFill>
                  <a:srgbClr val="051C2A"/>
                </a:solidFill>
                <a:latin typeface="Arial Body"/>
                <a:cs typeface="Arial" panose="020B0604020202020204" pitchFamily="34" charset="0"/>
              </a:rPr>
              <a:t>~9% of traffic. </a:t>
            </a:r>
            <a:r>
              <a:rPr lang="en-US" sz="1600" dirty="0">
                <a:latin typeface="Arial Body"/>
                <a:cs typeface="Arial" panose="020B0604020202020204" pitchFamily="34" charset="0"/>
              </a:rPr>
              <a:t>Conversion efficiency differs significantly across channels.</a:t>
            </a:r>
            <a:br>
              <a:rPr lang="en-US" sz="1600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</a:br>
            <a:endParaRPr lang="en-US" sz="1600" dirty="0">
              <a:solidFill>
                <a:srgbClr val="051C2A"/>
              </a:solidFill>
              <a:latin typeface="Arial Body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Segment Organic keywords by </a:t>
            </a:r>
            <a:r>
              <a:rPr lang="en-US" sz="1600" b="1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search intent</a:t>
            </a:r>
            <a:r>
              <a:rPr lang="en-US" sz="1600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 and focus conversion optimization on </a:t>
            </a:r>
            <a:r>
              <a:rPr lang="en-US" sz="1600" b="1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transactional terms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Add </a:t>
            </a:r>
            <a:r>
              <a:rPr lang="en-US" sz="1600" b="1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clear CTAs </a:t>
            </a:r>
            <a:r>
              <a:rPr lang="en-US" sz="1600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and </a:t>
            </a:r>
            <a:r>
              <a:rPr lang="en-US" sz="1600" b="1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internal links </a:t>
            </a:r>
            <a:r>
              <a:rPr lang="en-US" sz="1600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on </a:t>
            </a:r>
            <a:r>
              <a:rPr lang="en-US" sz="1600" b="1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high-traffic Organic pages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Use </a:t>
            </a:r>
            <a:r>
              <a:rPr lang="en-US" sz="1600" b="1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Paid and Remarketing</a:t>
            </a:r>
            <a:r>
              <a:rPr lang="en-US" sz="1600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 to convert </a:t>
            </a:r>
            <a:r>
              <a:rPr lang="en-US" sz="1600" b="1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demand generated by Organic</a:t>
            </a:r>
            <a:endParaRPr lang="en-SG" sz="1600" b="1" dirty="0">
              <a:solidFill>
                <a:srgbClr val="051C2A"/>
              </a:solidFill>
              <a:latin typeface="Arial Body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844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AEB9C-96EF-A217-D25A-52C55A17F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7381AF-6B63-E453-CA78-8F1DC250DD9B}"/>
              </a:ext>
            </a:extLst>
          </p:cNvPr>
          <p:cNvSpPr/>
          <p:nvPr/>
        </p:nvSpPr>
        <p:spPr>
          <a:xfrm>
            <a:off x="6051551" y="2012566"/>
            <a:ext cx="1884772" cy="2886400"/>
          </a:xfrm>
          <a:prstGeom prst="rect">
            <a:avLst/>
          </a:prstGeom>
          <a:solidFill>
            <a:schemeClr val="bg2">
              <a:lumMod val="9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E548C7-6659-0111-9235-ECBCDB41C7E5}"/>
              </a:ext>
            </a:extLst>
          </p:cNvPr>
          <p:cNvSpPr txBox="1"/>
          <p:nvPr/>
        </p:nvSpPr>
        <p:spPr>
          <a:xfrm>
            <a:off x="540614" y="530438"/>
            <a:ext cx="11423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Paid Delivers Strong Early Results but Reaches Saturation Quickly</a:t>
            </a:r>
            <a:endParaRPr lang="en-SG" sz="28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EA260E-670F-0479-5469-0254DB540AF3}"/>
              </a:ext>
            </a:extLst>
          </p:cNvPr>
          <p:cNvSpPr/>
          <p:nvPr/>
        </p:nvSpPr>
        <p:spPr>
          <a:xfrm>
            <a:off x="4461641" y="1371600"/>
            <a:ext cx="7261647" cy="4903576"/>
          </a:xfrm>
          <a:prstGeom prst="roundRect">
            <a:avLst>
              <a:gd name="adj" fmla="val 2643"/>
            </a:avLst>
          </a:prstGeom>
          <a:noFill/>
          <a:ln w="41275">
            <a:solidFill>
              <a:srgbClr val="051C2A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7ED88E-E26C-6015-BA7B-6EEED06ECB62}"/>
              </a:ext>
            </a:extLst>
          </p:cNvPr>
          <p:cNvSpPr txBox="1"/>
          <p:nvPr/>
        </p:nvSpPr>
        <p:spPr>
          <a:xfrm>
            <a:off x="423568" y="1905506"/>
            <a:ext cx="363872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51C2A"/>
                </a:solidFill>
                <a:latin typeface="Arial Body"/>
                <a:cs typeface="Segoe UI Semibold" panose="020B0702040204020203" pitchFamily="34" charset="0"/>
              </a:rPr>
              <a:t>Paid campaigns show </a:t>
            </a:r>
            <a:r>
              <a:rPr lang="en-US" sz="1600" b="1" dirty="0">
                <a:solidFill>
                  <a:srgbClr val="051C2A"/>
                </a:solidFill>
                <a:latin typeface="Arial Body"/>
                <a:cs typeface="Segoe UI Semibold" panose="020B0702040204020203" pitchFamily="34" charset="0"/>
              </a:rPr>
              <a:t>a learning phase</a:t>
            </a:r>
            <a:r>
              <a:rPr lang="en-US" sz="1600" dirty="0">
                <a:solidFill>
                  <a:srgbClr val="051C2A"/>
                </a:solidFill>
                <a:latin typeface="Arial Body"/>
                <a:cs typeface="Segoe UI Semibold" panose="020B0702040204020203" pitchFamily="34" charset="0"/>
              </a:rPr>
              <a:t> with </a:t>
            </a:r>
            <a:r>
              <a:rPr lang="en-US" sz="1600" b="1" dirty="0">
                <a:solidFill>
                  <a:srgbClr val="051C2A"/>
                </a:solidFill>
                <a:latin typeface="Arial Body"/>
                <a:cs typeface="Segoe UI Semibold" panose="020B0702040204020203" pitchFamily="34" charset="0"/>
              </a:rPr>
              <a:t>rapid conversion growth.</a:t>
            </a:r>
            <a:r>
              <a:rPr lang="en-US" sz="1600" dirty="0">
                <a:solidFill>
                  <a:srgbClr val="051C2A"/>
                </a:solidFill>
                <a:latin typeface="Arial Body"/>
                <a:cs typeface="Segoe UI Semibold" panose="020B0702040204020203" pitchFamily="34" charset="0"/>
              </a:rPr>
              <a:t> Over time, they reach a </a:t>
            </a:r>
            <a:r>
              <a:rPr lang="en-US" sz="1600" b="1" dirty="0">
                <a:solidFill>
                  <a:srgbClr val="051C2A"/>
                </a:solidFill>
                <a:latin typeface="Arial Body"/>
                <a:cs typeface="Segoe UI Semibold" panose="020B0702040204020203" pitchFamily="34" charset="0"/>
              </a:rPr>
              <a:t>saturation point </a:t>
            </a:r>
            <a:r>
              <a:rPr lang="en-US" sz="1600" dirty="0">
                <a:solidFill>
                  <a:srgbClr val="051C2A"/>
                </a:solidFill>
                <a:latin typeface="Arial Body"/>
                <a:cs typeface="Segoe UI Semibold" panose="020B0702040204020203" pitchFamily="34" charset="0"/>
              </a:rPr>
              <a:t>where incremental traffic yields </a:t>
            </a:r>
            <a:r>
              <a:rPr lang="en-US" sz="1600" b="1" dirty="0">
                <a:solidFill>
                  <a:srgbClr val="051C2A"/>
                </a:solidFill>
                <a:latin typeface="Arial Body"/>
                <a:cs typeface="Segoe UI Semibold" panose="020B0702040204020203" pitchFamily="34" charset="0"/>
              </a:rPr>
              <a:t>diminishing returns</a:t>
            </a:r>
            <a:r>
              <a:rPr lang="en-US" sz="1600" dirty="0">
                <a:solidFill>
                  <a:srgbClr val="051C2A"/>
                </a:solidFill>
                <a:latin typeface="Arial Body"/>
                <a:cs typeface="Segoe UI Semibold" panose="020B0702040204020203" pitchFamily="34" charset="0"/>
              </a:rPr>
              <a:t>. Budget scaling beyond this point </a:t>
            </a:r>
            <a:r>
              <a:rPr lang="en-US" sz="1600" b="1" dirty="0">
                <a:solidFill>
                  <a:srgbClr val="051C2A"/>
                </a:solidFill>
                <a:latin typeface="Arial Body"/>
                <a:cs typeface="Segoe UI Semibold" panose="020B0702040204020203" pitchFamily="34" charset="0"/>
              </a:rPr>
              <a:t>reduces efficiency</a:t>
            </a:r>
            <a:r>
              <a:rPr lang="en-US" sz="1600" dirty="0">
                <a:solidFill>
                  <a:srgbClr val="051C2A"/>
                </a:solidFill>
                <a:latin typeface="Arial Body"/>
                <a:cs typeface="Segoe UI Semibold" panose="020B0702040204020203" pitchFamily="34" charset="0"/>
              </a:rPr>
              <a:t>.</a:t>
            </a:r>
            <a:br>
              <a:rPr lang="en-US" sz="1600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</a:br>
            <a:endParaRPr lang="en-US" sz="1600" dirty="0">
              <a:solidFill>
                <a:srgbClr val="051C2A"/>
              </a:solidFill>
              <a:latin typeface="Arial Body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Avoid increasing Paid budget </a:t>
            </a:r>
            <a:r>
              <a:rPr lang="en-US" sz="1600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post</a:t>
            </a:r>
            <a:r>
              <a:rPr lang="en-US" sz="1600" b="1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-saturation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Refresh audiences and creatives </a:t>
            </a:r>
            <a:r>
              <a:rPr lang="en-US" sz="1600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before scaling again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Leverage Organic traffic </a:t>
            </a:r>
            <a:r>
              <a:rPr lang="en-US" sz="1600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to expand Paid </a:t>
            </a:r>
            <a:r>
              <a:rPr lang="en-US" sz="1600" b="1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remarketing pools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24748CA-520E-78B2-088E-E62A4DBE80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002798"/>
              </p:ext>
            </p:extLst>
          </p:nvPr>
        </p:nvGraphicFramePr>
        <p:xfrm>
          <a:off x="4586514" y="1959036"/>
          <a:ext cx="7010400" cy="42052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FC59343-99F4-00DB-B7F7-77D66412A310}"/>
              </a:ext>
            </a:extLst>
          </p:cNvPr>
          <p:cNvSpPr txBox="1"/>
          <p:nvPr/>
        </p:nvSpPr>
        <p:spPr>
          <a:xfrm>
            <a:off x="5214309" y="1558926"/>
            <a:ext cx="57548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51C2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Paid Traffic vs. Conversions Over Time</a:t>
            </a:r>
            <a:endParaRPr lang="en-SG" sz="2000" b="1" dirty="0">
              <a:solidFill>
                <a:srgbClr val="051C2A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4F1729-52FF-4732-4D54-0C8A1C78436C}"/>
              </a:ext>
            </a:extLst>
          </p:cNvPr>
          <p:cNvSpPr txBox="1"/>
          <p:nvPr/>
        </p:nvSpPr>
        <p:spPr>
          <a:xfrm>
            <a:off x="6252485" y="2176573"/>
            <a:ext cx="14945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Our campaign was finding an audience</a:t>
            </a:r>
            <a:endParaRPr lang="en-SG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60E64E0-F953-1842-D52C-185198E5A9BE}"/>
              </a:ext>
            </a:extLst>
          </p:cNvPr>
          <p:cNvCxnSpPr>
            <a:cxnSpLocks/>
          </p:cNvCxnSpPr>
          <p:nvPr/>
        </p:nvCxnSpPr>
        <p:spPr>
          <a:xfrm flipH="1" flipV="1">
            <a:off x="8335675" y="3614230"/>
            <a:ext cx="865475" cy="67202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7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BC171-7D56-B52F-94FB-358C19855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EABB4B8-84DF-24EB-9851-D884E3A59805}"/>
              </a:ext>
            </a:extLst>
          </p:cNvPr>
          <p:cNvSpPr txBox="1"/>
          <p:nvPr/>
        </p:nvSpPr>
        <p:spPr>
          <a:xfrm>
            <a:off x="540614" y="530438"/>
            <a:ext cx="114237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Overall Campaign Efficiency Peaks and Declines Due to Cross-Channel Saturation</a:t>
            </a:r>
            <a:endParaRPr lang="en-SG" sz="28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F874B1D-1BC2-FB12-918A-D4F26A101C1B}"/>
              </a:ext>
            </a:extLst>
          </p:cNvPr>
          <p:cNvSpPr/>
          <p:nvPr/>
        </p:nvSpPr>
        <p:spPr>
          <a:xfrm>
            <a:off x="4210745" y="1371600"/>
            <a:ext cx="7512544" cy="4903576"/>
          </a:xfrm>
          <a:prstGeom prst="roundRect">
            <a:avLst>
              <a:gd name="adj" fmla="val 2643"/>
            </a:avLst>
          </a:prstGeom>
          <a:noFill/>
          <a:ln w="41275">
            <a:solidFill>
              <a:srgbClr val="051C2A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593F19-A89E-19B1-EC13-9782811DDBAF}"/>
              </a:ext>
            </a:extLst>
          </p:cNvPr>
          <p:cNvSpPr txBox="1"/>
          <p:nvPr/>
        </p:nvSpPr>
        <p:spPr>
          <a:xfrm>
            <a:off x="423568" y="1905506"/>
            <a:ext cx="363872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51C2A"/>
                </a:solidFill>
                <a:latin typeface="Arial Body"/>
                <a:cs typeface="Segoe UI Semibold" panose="020B0702040204020203" pitchFamily="34" charset="0"/>
              </a:rPr>
              <a:t>From July, overall campaign efficiency increases rapidly in the early phase, indicating strong initial demand. The campaign then reaches a </a:t>
            </a:r>
            <a:r>
              <a:rPr lang="en-US" sz="1600" b="1" dirty="0">
                <a:solidFill>
                  <a:srgbClr val="051C2A"/>
                </a:solidFill>
                <a:latin typeface="Arial Body"/>
                <a:cs typeface="Segoe UI Semibold" panose="020B0702040204020203" pitchFamily="34" charset="0"/>
              </a:rPr>
              <a:t>saturation point</a:t>
            </a:r>
            <a:r>
              <a:rPr lang="en-US" sz="1600" dirty="0">
                <a:solidFill>
                  <a:srgbClr val="051C2A"/>
                </a:solidFill>
                <a:latin typeface="Arial Body"/>
                <a:cs typeface="Segoe UI Semibold" panose="020B0702040204020203" pitchFamily="34" charset="0"/>
              </a:rPr>
              <a:t>, after which marginal efficiency declines</a:t>
            </a:r>
            <a:br>
              <a:rPr lang="en-US" sz="1600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</a:br>
            <a:endParaRPr lang="en-US" sz="1600" dirty="0">
              <a:solidFill>
                <a:srgbClr val="051C2A"/>
              </a:solidFill>
              <a:latin typeface="Arial Body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Stop scaling spend on channels that have reached saturation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Refresh audiences, creatives, and funnel messaging across channels.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Shift focus from </a:t>
            </a:r>
            <a:r>
              <a:rPr lang="en-US" sz="1600" b="1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traffic growth to conversion quality optimization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Use Organic to generate new demand before re-scaling Paid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6C5DBC-381D-719F-098D-F5350392EA62}"/>
              </a:ext>
            </a:extLst>
          </p:cNvPr>
          <p:cNvSpPr txBox="1"/>
          <p:nvPr/>
        </p:nvSpPr>
        <p:spPr>
          <a:xfrm>
            <a:off x="5214309" y="1558926"/>
            <a:ext cx="57548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Overall Campaign Slope Over Time</a:t>
            </a:r>
            <a:endParaRPr lang="en-SG" sz="2000" b="1" dirty="0">
              <a:solidFill>
                <a:srgbClr val="051C2A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59780887-0FF6-7A11-9611-4B7A6D4E4B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2334485"/>
              </p:ext>
            </p:extLst>
          </p:nvPr>
        </p:nvGraphicFramePr>
        <p:xfrm>
          <a:off x="4402416" y="1758981"/>
          <a:ext cx="7557687" cy="43161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C301248-DC45-7B53-19B8-FBD02CC03341}"/>
              </a:ext>
            </a:extLst>
          </p:cNvPr>
          <p:cNvCxnSpPr>
            <a:cxnSpLocks/>
          </p:cNvCxnSpPr>
          <p:nvPr/>
        </p:nvCxnSpPr>
        <p:spPr>
          <a:xfrm flipH="1">
            <a:off x="9494043" y="2255423"/>
            <a:ext cx="491786" cy="18198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5">
            <a:extLst>
              <a:ext uri="{FF2B5EF4-FFF2-40B4-BE49-F238E27FC236}">
                <a16:creationId xmlns:a16="http://schemas.microsoft.com/office/drawing/2014/main" id="{50B50C93-5C4B-18A0-817E-ED99BCAB312A}"/>
              </a:ext>
            </a:extLst>
          </p:cNvPr>
          <p:cNvSpPr txBox="1"/>
          <p:nvPr/>
        </p:nvSpPr>
        <p:spPr>
          <a:xfrm>
            <a:off x="9275257" y="1942560"/>
            <a:ext cx="2448032" cy="307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Saturation Point</a:t>
            </a:r>
            <a:endParaRPr lang="en-SG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918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9EA2D9-3E2A-B6AB-B2D6-06EBFAE1E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61E7CBA-7AB5-6A3C-3306-0A906C9661FC}"/>
              </a:ext>
            </a:extLst>
          </p:cNvPr>
          <p:cNvSpPr txBox="1"/>
          <p:nvPr/>
        </p:nvSpPr>
        <p:spPr>
          <a:xfrm>
            <a:off x="540614" y="298214"/>
            <a:ext cx="11423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Only 14% Probability of Achieving 8+ Daily Conversions</a:t>
            </a:r>
            <a:endParaRPr lang="en-SG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DF771CC-E7E3-6086-B8ED-31B39C126329}"/>
              </a:ext>
            </a:extLst>
          </p:cNvPr>
          <p:cNvSpPr/>
          <p:nvPr/>
        </p:nvSpPr>
        <p:spPr>
          <a:xfrm>
            <a:off x="580771" y="2146362"/>
            <a:ext cx="5384600" cy="4316140"/>
          </a:xfrm>
          <a:prstGeom prst="roundRect">
            <a:avLst>
              <a:gd name="adj" fmla="val 2643"/>
            </a:avLst>
          </a:prstGeom>
          <a:noFill/>
          <a:ln w="41275">
            <a:solidFill>
              <a:srgbClr val="051C2A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2D3F6B-8E62-5883-6E28-970EBF46D932}"/>
              </a:ext>
            </a:extLst>
          </p:cNvPr>
          <p:cNvSpPr txBox="1"/>
          <p:nvPr/>
        </p:nvSpPr>
        <p:spPr>
          <a:xfrm>
            <a:off x="395666" y="2282826"/>
            <a:ext cx="57548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51C2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Distribution</a:t>
            </a:r>
            <a:endParaRPr lang="en-SG" sz="2000" b="1" dirty="0">
              <a:solidFill>
                <a:srgbClr val="051C2A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2" name="Chart 1">
                <a:extLst>
                  <a:ext uri="{FF2B5EF4-FFF2-40B4-BE49-F238E27FC236}">
                    <a16:creationId xmlns:a16="http://schemas.microsoft.com/office/drawing/2014/main" id="{4147EEFD-0E6C-7DD8-B6AF-847BC86CACE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55535860"/>
                  </p:ext>
                </p:extLst>
              </p:nvPr>
            </p:nvGraphicFramePr>
            <p:xfrm>
              <a:off x="746234" y="2818638"/>
              <a:ext cx="5083066" cy="3508162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2" name="Chart 1">
                <a:extLst>
                  <a:ext uri="{FF2B5EF4-FFF2-40B4-BE49-F238E27FC236}">
                    <a16:creationId xmlns:a16="http://schemas.microsoft.com/office/drawing/2014/main" id="{4147EEFD-0E6C-7DD8-B6AF-847BC86CACE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6234" y="2818638"/>
                <a:ext cx="5083066" cy="3508162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6A6212-8331-8B35-E8DB-EB3FC9557216}"/>
              </a:ext>
            </a:extLst>
          </p:cNvPr>
          <p:cNvSpPr/>
          <p:nvPr/>
        </p:nvSpPr>
        <p:spPr>
          <a:xfrm>
            <a:off x="6226631" y="2146362"/>
            <a:ext cx="5384600" cy="4316140"/>
          </a:xfrm>
          <a:prstGeom prst="roundRect">
            <a:avLst>
              <a:gd name="adj" fmla="val 2643"/>
            </a:avLst>
          </a:prstGeom>
          <a:noFill/>
          <a:ln w="41275">
            <a:solidFill>
              <a:srgbClr val="051C2A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DFBB44-76C3-49DA-4FEF-ED8B5402B989}"/>
              </a:ext>
            </a:extLst>
          </p:cNvPr>
          <p:cNvSpPr txBox="1"/>
          <p:nvPr/>
        </p:nvSpPr>
        <p:spPr>
          <a:xfrm>
            <a:off x="6041526" y="2282826"/>
            <a:ext cx="57548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51C2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Probability</a:t>
            </a:r>
            <a:endParaRPr lang="en-SG" sz="2000" b="1" dirty="0">
              <a:solidFill>
                <a:srgbClr val="051C2A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0399A65-AB3A-196D-4F5C-BA2CDA9CF8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1865556"/>
              </p:ext>
            </p:extLst>
          </p:nvPr>
        </p:nvGraphicFramePr>
        <p:xfrm>
          <a:off x="6335580" y="2682936"/>
          <a:ext cx="5110186" cy="35096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14A40DC1-2B93-40D2-6661-23BC363CCB11}"/>
              </a:ext>
            </a:extLst>
          </p:cNvPr>
          <p:cNvSpPr/>
          <p:nvPr/>
        </p:nvSpPr>
        <p:spPr>
          <a:xfrm>
            <a:off x="8782050" y="5388557"/>
            <a:ext cx="1906971" cy="551793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AE8CDD-0BC7-1418-C8F8-56D44AB85AE4}"/>
              </a:ext>
            </a:extLst>
          </p:cNvPr>
          <p:cNvSpPr txBox="1"/>
          <p:nvPr/>
        </p:nvSpPr>
        <p:spPr>
          <a:xfrm>
            <a:off x="9466578" y="4489978"/>
            <a:ext cx="1669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rial Body"/>
                <a:cs typeface="Arial" panose="020B0604020202020204" pitchFamily="34" charset="0"/>
              </a:rPr>
              <a:t>14% Probability there will be 8 plus conversions</a:t>
            </a:r>
            <a:endParaRPr lang="en-SG" sz="1200" dirty="0">
              <a:solidFill>
                <a:srgbClr val="FF0000"/>
              </a:solidFill>
              <a:latin typeface="Arial Body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0E4F65-11DF-824F-84D2-B2C3330A1B4C}"/>
              </a:ext>
            </a:extLst>
          </p:cNvPr>
          <p:cNvSpPr txBox="1"/>
          <p:nvPr/>
        </p:nvSpPr>
        <p:spPr>
          <a:xfrm>
            <a:off x="618020" y="936657"/>
            <a:ext cx="109932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Average daily conversions are </a:t>
            </a:r>
            <a:r>
              <a:rPr lang="en-US" sz="1600" b="1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3.8</a:t>
            </a:r>
            <a:r>
              <a:rPr lang="en-US" sz="1600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, with a maximum of </a:t>
            </a:r>
            <a:r>
              <a:rPr lang="en-US" sz="1600" b="1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16.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 Body"/>
              </a:rPr>
              <a:t>The distribution indicates that </a:t>
            </a:r>
            <a:r>
              <a:rPr lang="en-US" sz="1600" b="1" dirty="0">
                <a:latin typeface="Arial Body"/>
              </a:rPr>
              <a:t>most days generate fewer than 7 conversions</a:t>
            </a:r>
            <a:r>
              <a:rPr lang="en-US" sz="1600" dirty="0">
                <a:latin typeface="Arial Body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There is only a </a:t>
            </a:r>
            <a:r>
              <a:rPr lang="en-US" sz="1600" b="1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14% probability </a:t>
            </a:r>
            <a:r>
              <a:rPr lang="en-US" sz="1600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of achieving </a:t>
            </a:r>
            <a:r>
              <a:rPr lang="en-US" sz="1600" b="1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8 or more conversions</a:t>
            </a:r>
            <a:r>
              <a:rPr lang="en-US" sz="1600" dirty="0">
                <a:solidFill>
                  <a:srgbClr val="051C2A"/>
                </a:solidFill>
                <a:latin typeface="Arial Body"/>
                <a:cs typeface="Segoe UI" panose="020B0502040204020203" pitchFamily="34" charset="0"/>
              </a:rPr>
              <a:t>, suggesting high-performance days are infrequent.</a:t>
            </a:r>
          </a:p>
        </p:txBody>
      </p:sp>
    </p:spTree>
    <p:extLst>
      <p:ext uri="{BB962C8B-B14F-4D97-AF65-F5344CB8AC3E}">
        <p14:creationId xmlns:p14="http://schemas.microsoft.com/office/powerpoint/2010/main" val="2458615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56F04A-FC1B-EDDF-73E1-531DB1B8F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08F844B-B78E-CABE-76EE-0CED0396CFAA}"/>
              </a:ext>
            </a:extLst>
          </p:cNvPr>
          <p:cNvSpPr txBox="1"/>
          <p:nvPr/>
        </p:nvSpPr>
        <p:spPr>
          <a:xfrm>
            <a:off x="658098" y="3105834"/>
            <a:ext cx="4057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Recommendations</a:t>
            </a:r>
            <a:endParaRPr lang="en-SG" sz="36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84DA86D-DD26-9281-47A6-A6D433FE3FE0}"/>
              </a:ext>
            </a:extLst>
          </p:cNvPr>
          <p:cNvGrpSpPr/>
          <p:nvPr/>
        </p:nvGrpSpPr>
        <p:grpSpPr>
          <a:xfrm>
            <a:off x="6146956" y="420903"/>
            <a:ext cx="5384600" cy="2229269"/>
            <a:chOff x="6150475" y="215951"/>
            <a:chExt cx="5384600" cy="2229269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B436B80A-18BD-A62B-4282-353303095ED1}"/>
                </a:ext>
              </a:extLst>
            </p:cNvPr>
            <p:cNvSpPr/>
            <p:nvPr/>
          </p:nvSpPr>
          <p:spPr>
            <a:xfrm>
              <a:off x="6150475" y="215951"/>
              <a:ext cx="5384600" cy="2229269"/>
            </a:xfrm>
            <a:prstGeom prst="roundRect">
              <a:avLst>
                <a:gd name="adj" fmla="val 2643"/>
              </a:avLst>
            </a:prstGeom>
            <a:noFill/>
            <a:ln w="34925">
              <a:solidFill>
                <a:srgbClr val="051C2A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8ED6464-1A8F-3C17-4386-63FB6A379A79}"/>
                </a:ext>
              </a:extLst>
            </p:cNvPr>
            <p:cNvSpPr txBox="1"/>
            <p:nvPr/>
          </p:nvSpPr>
          <p:spPr>
            <a:xfrm>
              <a:off x="6395945" y="295472"/>
              <a:ext cx="4891314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 Body"/>
                </a:rPr>
                <a:t>Rebalance Organic Strategy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Arial Body"/>
                </a:rPr>
                <a:t>Segment keywords by search intent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Arial Body"/>
                </a:rPr>
                <a:t>Optimize conversions only for transactions terms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Arial Body"/>
                </a:rPr>
                <a:t>Add CTAs &amp; internal links on high-traffic pages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96C80BB-594A-E628-70A7-841A29569A12}"/>
              </a:ext>
            </a:extLst>
          </p:cNvPr>
          <p:cNvGrpSpPr/>
          <p:nvPr/>
        </p:nvGrpSpPr>
        <p:grpSpPr>
          <a:xfrm>
            <a:off x="6146956" y="3067172"/>
            <a:ext cx="5384600" cy="1777958"/>
            <a:chOff x="6148129" y="2494497"/>
            <a:chExt cx="5384600" cy="177795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0F90EC1-5080-4E1A-AE58-CE362B2EC3D0}"/>
                </a:ext>
              </a:extLst>
            </p:cNvPr>
            <p:cNvSpPr/>
            <p:nvPr/>
          </p:nvSpPr>
          <p:spPr>
            <a:xfrm>
              <a:off x="6148129" y="2494497"/>
              <a:ext cx="5384600" cy="1777958"/>
            </a:xfrm>
            <a:prstGeom prst="roundRect">
              <a:avLst>
                <a:gd name="adj" fmla="val 2643"/>
              </a:avLst>
            </a:prstGeom>
            <a:noFill/>
            <a:ln w="34925">
              <a:solidFill>
                <a:srgbClr val="051C2A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078CE05-7678-7018-9277-F256F5AEC369}"/>
                </a:ext>
              </a:extLst>
            </p:cNvPr>
            <p:cNvSpPr txBox="1"/>
            <p:nvPr/>
          </p:nvSpPr>
          <p:spPr>
            <a:xfrm>
              <a:off x="6394772" y="2577235"/>
              <a:ext cx="4891314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 Body"/>
                </a:rPr>
                <a:t>Control Paid Post-Saturation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Arial Body"/>
                </a:rPr>
                <a:t>Avoid budget scaling beyond saturation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Arial Body"/>
                </a:rPr>
                <a:t>Refresh audiences &amp; creatives to reset learning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SG" dirty="0">
                  <a:latin typeface="Arial Body"/>
                </a:rPr>
                <a:t>Prioritize high-intent &amp; remarketing traffic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CFAE254-6202-7798-AE02-5270844C9B66}"/>
              </a:ext>
            </a:extLst>
          </p:cNvPr>
          <p:cNvGrpSpPr/>
          <p:nvPr/>
        </p:nvGrpSpPr>
        <p:grpSpPr>
          <a:xfrm>
            <a:off x="6146956" y="5262129"/>
            <a:ext cx="5384600" cy="1190062"/>
            <a:chOff x="6149302" y="4769304"/>
            <a:chExt cx="5384600" cy="1190062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1631937-A47E-D099-6DA4-5A3F15CBF5D2}"/>
                </a:ext>
              </a:extLst>
            </p:cNvPr>
            <p:cNvSpPr/>
            <p:nvPr/>
          </p:nvSpPr>
          <p:spPr>
            <a:xfrm>
              <a:off x="6149302" y="4769304"/>
              <a:ext cx="5384600" cy="1190062"/>
            </a:xfrm>
            <a:prstGeom prst="roundRect">
              <a:avLst>
                <a:gd name="adj" fmla="val 2643"/>
              </a:avLst>
            </a:prstGeom>
            <a:noFill/>
            <a:ln w="34925">
              <a:solidFill>
                <a:srgbClr val="051C2A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9AFCF30-4B21-5555-35EC-ABCBF48AF2D2}"/>
                </a:ext>
              </a:extLst>
            </p:cNvPr>
            <p:cNvSpPr txBox="1"/>
            <p:nvPr/>
          </p:nvSpPr>
          <p:spPr>
            <a:xfrm>
              <a:off x="6394772" y="4848824"/>
              <a:ext cx="489131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 Body"/>
                </a:rPr>
                <a:t>Align Organic → Paid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Arial Body"/>
                </a:rPr>
                <a:t>Use Organic to generate demand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Arial Body"/>
                </a:rPr>
                <a:t>Use Paid to convert demand</a:t>
              </a:r>
              <a:endParaRPr lang="en-SG" dirty="0">
                <a:latin typeface="Arial Body"/>
              </a:endParaRP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A0961D1-CC36-A8C8-801D-90992DE44447}"/>
              </a:ext>
            </a:extLst>
          </p:cNvPr>
          <p:cNvCxnSpPr>
            <a:cxnSpLocks/>
            <a:stCxn id="15" idx="3"/>
            <a:endCxn id="4" idx="1"/>
          </p:cNvCxnSpPr>
          <p:nvPr/>
        </p:nvCxnSpPr>
        <p:spPr>
          <a:xfrm flipV="1">
            <a:off x="4715811" y="1535538"/>
            <a:ext cx="1431145" cy="1893462"/>
          </a:xfrm>
          <a:prstGeom prst="line">
            <a:avLst/>
          </a:prstGeom>
          <a:ln>
            <a:solidFill>
              <a:srgbClr val="00206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B4C4964-41B0-56D5-4367-E578A9EA6A79}"/>
              </a:ext>
            </a:extLst>
          </p:cNvPr>
          <p:cNvCxnSpPr>
            <a:cxnSpLocks/>
            <a:stCxn id="15" idx="3"/>
            <a:endCxn id="12" idx="1"/>
          </p:cNvCxnSpPr>
          <p:nvPr/>
        </p:nvCxnSpPr>
        <p:spPr>
          <a:xfrm>
            <a:off x="4715811" y="3429000"/>
            <a:ext cx="1431145" cy="527151"/>
          </a:xfrm>
          <a:prstGeom prst="line">
            <a:avLst/>
          </a:prstGeom>
          <a:ln>
            <a:solidFill>
              <a:srgbClr val="00206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EBB4A33-8664-F06B-6A72-371A70CDE435}"/>
              </a:ext>
            </a:extLst>
          </p:cNvPr>
          <p:cNvCxnSpPr>
            <a:stCxn id="15" idx="3"/>
            <a:endCxn id="14" idx="1"/>
          </p:cNvCxnSpPr>
          <p:nvPr/>
        </p:nvCxnSpPr>
        <p:spPr>
          <a:xfrm>
            <a:off x="4715811" y="3429000"/>
            <a:ext cx="1431145" cy="2428160"/>
          </a:xfrm>
          <a:prstGeom prst="line">
            <a:avLst/>
          </a:prstGeom>
          <a:ln>
            <a:solidFill>
              <a:srgbClr val="00206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422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Blue Green">
    <a:dk1>
      <a:sysClr val="windowText" lastClr="000000"/>
    </a:dk1>
    <a:lt1>
      <a:sysClr val="window" lastClr="FFFFFF"/>
    </a:lt1>
    <a:dk2>
      <a:srgbClr val="373545"/>
    </a:dk2>
    <a:lt2>
      <a:srgbClr val="CEDBE6"/>
    </a:lt2>
    <a:accent1>
      <a:srgbClr val="3494BA"/>
    </a:accent1>
    <a:accent2>
      <a:srgbClr val="58B6C0"/>
    </a:accent2>
    <a:accent3>
      <a:srgbClr val="75BDA7"/>
    </a:accent3>
    <a:accent4>
      <a:srgbClr val="7A8C8E"/>
    </a:accent4>
    <a:accent5>
      <a:srgbClr val="84ACB6"/>
    </a:accent5>
    <a:accent6>
      <a:srgbClr val="2683C6"/>
    </a:accent6>
    <a:hlink>
      <a:srgbClr val="6B9F25"/>
    </a:hlink>
    <a:folHlink>
      <a:srgbClr val="9F6715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Blue Green">
    <a:dk1>
      <a:sysClr val="windowText" lastClr="000000"/>
    </a:dk1>
    <a:lt1>
      <a:sysClr val="window" lastClr="FFFFFF"/>
    </a:lt1>
    <a:dk2>
      <a:srgbClr val="373545"/>
    </a:dk2>
    <a:lt2>
      <a:srgbClr val="CEDBE6"/>
    </a:lt2>
    <a:accent1>
      <a:srgbClr val="3494BA"/>
    </a:accent1>
    <a:accent2>
      <a:srgbClr val="58B6C0"/>
    </a:accent2>
    <a:accent3>
      <a:srgbClr val="75BDA7"/>
    </a:accent3>
    <a:accent4>
      <a:srgbClr val="7A8C8E"/>
    </a:accent4>
    <a:accent5>
      <a:srgbClr val="84ACB6"/>
    </a:accent5>
    <a:accent6>
      <a:srgbClr val="2683C6"/>
    </a:accent6>
    <a:hlink>
      <a:srgbClr val="6B9F25"/>
    </a:hlink>
    <a:folHlink>
      <a:srgbClr val="9F6715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1371</TotalTime>
  <Words>412</Words>
  <Application>Microsoft Office PowerPoint</Application>
  <PresentationFormat>Widescreen</PresentationFormat>
  <Paragraphs>53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Arial Body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Trần Thị Tuyết Ngân</dc:creator>
  <cp:lastModifiedBy>Trần Thị Tuyết Ngân</cp:lastModifiedBy>
  <cp:revision>31</cp:revision>
  <dcterms:created xsi:type="dcterms:W3CDTF">2025-12-26T17:54:19Z</dcterms:created>
  <dcterms:modified xsi:type="dcterms:W3CDTF">2026-01-07T06:52:25Z</dcterms:modified>
</cp:coreProperties>
</file>